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2.png" ContentType="image/png"/>
  <Override PartName="/ppt/media/image3.png" ContentType="image/png"/>
  <Override PartName="/ppt/media/image10.jpeg" ContentType="image/jpeg"/>
  <Override PartName="/ppt/media/image7.jpeg" ContentType="image/jpeg"/>
  <Override PartName="/ppt/media/image18.png" ContentType="image/png"/>
  <Override PartName="/ppt/media/image20.png" ContentType="image/png"/>
  <Override PartName="/ppt/media/image9.gif" ContentType="image/gif"/>
  <Override PartName="/ppt/media/image14.jpeg" ContentType="image/jpeg"/>
  <Override PartName="/ppt/media/image23.png" ContentType="image/png"/>
  <Override PartName="/ppt/media/image21.jpeg" ContentType="image/jpeg"/>
  <Override PartName="/ppt/media/image19.png" ContentType="image/png"/>
  <Override PartName="/ppt/media/image17.jpeg" ContentType="image/jpeg"/>
  <Override PartName="/ppt/media/image16.jpeg" ContentType="image/jpeg"/>
  <Override PartName="/ppt/media/image15.jpeg" ContentType="image/jpeg"/>
  <Override PartName="/ppt/media/image5.png" ContentType="image/png"/>
  <Override PartName="/ppt/media/image1.png" ContentType="image/png"/>
  <Override PartName="/ppt/media/image6.jpeg" ContentType="image/jpeg"/>
  <Override PartName="/ppt/media/image13.png" ContentType="image/png"/>
  <Override PartName="/ppt/media/image4.png" ContentType="image/png"/>
  <Override PartName="/ppt/media/image2.png" ContentType="image/png"/>
  <Override PartName="/ppt/media/image11.png" ContentType="image/png"/>
  <Override PartName="/ppt/media/image8.gif" ContentType="image/gif"/>
  <Override PartName="/ppt/media/image22.png" ContentType="image/png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4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</p:sldMasterIdLst>
  <p:notesMasterIdLst>
    <p:notesMasterId r:id="rId26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34"/>
    <p:sldId id="264" r:id="rId35"/>
    <p:sldId id="265" r:id="rId36"/>
    <p:sldId id="266" r:id="rId37"/>
    <p:sldId id="267" r:id="rId38"/>
    <p:sldId id="268" r:id="rId39"/>
    <p:sldId id="269" r:id="rId40"/>
    <p:sldId id="270" r:id="rId41"/>
    <p:sldId id="271" r:id="rId42"/>
    <p:sldId id="272" r:id="rId43"/>
    <p:sldId id="273" r:id="rId44"/>
  </p:sldIdLst>
  <p:sldSz cx="10080625" cy="7559675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notesMaster" Target="notesMasters/notesMaster1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move the slide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94B1223-D5FD-4983-9EA3-8410DCAC69E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400" cy="360216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1680" cy="360180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400" cy="3602160"/>
          </a:xfrm>
          <a:prstGeom prst="rect">
            <a:avLst/>
          </a:prstGeom>
          <a:ln w="0">
            <a:noFill/>
          </a:ln>
        </p:spPr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400" cy="360216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400" cy="3602160"/>
          </a:xfrm>
          <a:prstGeom prst="rect">
            <a:avLst/>
          </a:prstGeom>
          <a:ln w="0">
            <a:noFill/>
          </a:ln>
        </p:spPr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400" cy="3602160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400" cy="3602160"/>
          </a:xfrm>
          <a:prstGeom prst="rect">
            <a:avLst/>
          </a:prstGeom>
          <a:ln w="0">
            <a:noFill/>
          </a:ln>
        </p:spPr>
      </p:sp>
      <p:sp>
        <p:nvSpPr>
          <p:cNvPr id="38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400" cy="3602160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400" cy="3602160"/>
          </a:xfrm>
          <a:prstGeom prst="rect">
            <a:avLst/>
          </a:prstGeom>
          <a:ln w="0">
            <a:noFill/>
          </a:ln>
        </p:spPr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400" cy="3602160"/>
          </a:xfrm>
          <a:prstGeom prst="rect">
            <a:avLst/>
          </a:prstGeom>
          <a:ln w="0">
            <a:noFill/>
          </a:ln>
        </p:spPr>
      </p:sp>
      <p:sp>
        <p:nvSpPr>
          <p:cNvPr id="39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400" cy="3602160"/>
          </a:xfrm>
          <a:prstGeom prst="rect">
            <a:avLst/>
          </a:prstGeom>
          <a:ln w="0">
            <a:noFill/>
          </a:ln>
        </p:spPr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400" cy="360216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400" cy="3602160"/>
          </a:xfrm>
          <a:prstGeom prst="rect">
            <a:avLst/>
          </a:prstGeom>
          <a:ln w="0">
            <a:noFill/>
          </a:ln>
        </p:spPr>
      </p:sp>
      <p:sp>
        <p:nvSpPr>
          <p:cNvPr id="40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400" cy="360216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400" cy="3602160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400" cy="360216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400" cy="3602160"/>
          </a:xfrm>
          <a:prstGeom prst="rect">
            <a:avLst/>
          </a:prstGeom>
          <a:ln w="0">
            <a:noFill/>
          </a:ln>
        </p:spPr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802400" cy="360216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42600" cy="420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CustomShape 3"/>
          <p:cNvSpPr/>
          <p:nvPr/>
        </p:nvSpPr>
        <p:spPr>
          <a:xfrm>
            <a:off x="0" y="10155240"/>
            <a:ext cx="3270960" cy="5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5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BR" sz="2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0" y="3150000"/>
            <a:ext cx="9714960" cy="12549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2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2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20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20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20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20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20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20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20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20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stomShape 1"/>
          <p:cNvSpPr/>
          <p:nvPr/>
        </p:nvSpPr>
        <p:spPr>
          <a:xfrm>
            <a:off x="0" y="3150000"/>
            <a:ext cx="9714960" cy="12549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ustomShape 1"/>
          <p:cNvSpPr/>
          <p:nvPr/>
        </p:nvSpPr>
        <p:spPr>
          <a:xfrm>
            <a:off x="0" y="3150000"/>
            <a:ext cx="9714960" cy="12549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ustomShape 1"/>
          <p:cNvSpPr/>
          <p:nvPr/>
        </p:nvSpPr>
        <p:spPr>
          <a:xfrm>
            <a:off x="0" y="3150000"/>
            <a:ext cx="9714960" cy="12549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292068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3571560" y="1768680"/>
            <a:ext cx="292068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639120" y="1768680"/>
            <a:ext cx="292068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body"/>
          </p:nvPr>
        </p:nvSpPr>
        <p:spPr>
          <a:xfrm>
            <a:off x="504000" y="4058640"/>
            <a:ext cx="292068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body"/>
          </p:nvPr>
        </p:nvSpPr>
        <p:spPr>
          <a:xfrm>
            <a:off x="3571560" y="4058640"/>
            <a:ext cx="292068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8" name="PlaceHolder 7"/>
          <p:cNvSpPr>
            <a:spLocks noGrp="1"/>
          </p:cNvSpPr>
          <p:nvPr>
            <p:ph type="body"/>
          </p:nvPr>
        </p:nvSpPr>
        <p:spPr>
          <a:xfrm>
            <a:off x="6639120" y="4058640"/>
            <a:ext cx="292068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ustomShape 1"/>
          <p:cNvSpPr/>
          <p:nvPr/>
        </p:nvSpPr>
        <p:spPr>
          <a:xfrm>
            <a:off x="0" y="3150000"/>
            <a:ext cx="9714960" cy="12549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CustomShape 1"/>
          <p:cNvSpPr/>
          <p:nvPr/>
        </p:nvSpPr>
        <p:spPr>
          <a:xfrm>
            <a:off x="0" y="3150000"/>
            <a:ext cx="9714960" cy="12549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CustomShape 1"/>
          <p:cNvSpPr/>
          <p:nvPr/>
        </p:nvSpPr>
        <p:spPr>
          <a:xfrm>
            <a:off x="0" y="3150000"/>
            <a:ext cx="9714960" cy="12549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CustomShape 1"/>
          <p:cNvSpPr/>
          <p:nvPr/>
        </p:nvSpPr>
        <p:spPr>
          <a:xfrm>
            <a:off x="0" y="3150000"/>
            <a:ext cx="9714960" cy="12549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CustomShape 1"/>
          <p:cNvSpPr/>
          <p:nvPr/>
        </p:nvSpPr>
        <p:spPr>
          <a:xfrm>
            <a:off x="0" y="3150000"/>
            <a:ext cx="9714960" cy="12549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ustomShape 1"/>
          <p:cNvSpPr/>
          <p:nvPr/>
        </p:nvSpPr>
        <p:spPr>
          <a:xfrm>
            <a:off x="0" y="3150000"/>
            <a:ext cx="9714960" cy="12549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CustomShape 1"/>
          <p:cNvSpPr/>
          <p:nvPr/>
        </p:nvSpPr>
        <p:spPr>
          <a:xfrm>
            <a:off x="0" y="3150000"/>
            <a:ext cx="9714960" cy="12549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CustomShape 1"/>
          <p:cNvSpPr/>
          <p:nvPr/>
        </p:nvSpPr>
        <p:spPr>
          <a:xfrm>
            <a:off x="0" y="3150000"/>
            <a:ext cx="9714960" cy="12549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CustomShape 1"/>
          <p:cNvSpPr/>
          <p:nvPr/>
        </p:nvSpPr>
        <p:spPr>
          <a:xfrm>
            <a:off x="0" y="180000"/>
            <a:ext cx="9714960" cy="125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CustomShape 2"/>
          <p:cNvSpPr/>
          <p:nvPr/>
        </p:nvSpPr>
        <p:spPr>
          <a:xfrm>
            <a:off x="7560000" y="6840000"/>
            <a:ext cx="2514960" cy="53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CustomShape 3"/>
          <p:cNvSpPr/>
          <p:nvPr/>
        </p:nvSpPr>
        <p:spPr>
          <a:xfrm>
            <a:off x="900000" y="6840000"/>
            <a:ext cx="6474960" cy="5349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CustomShape 4"/>
          <p:cNvSpPr/>
          <p:nvPr/>
        </p:nvSpPr>
        <p:spPr>
          <a:xfrm>
            <a:off x="180000" y="6840000"/>
            <a:ext cx="534960" cy="5349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2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2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20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20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20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20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20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20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20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20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0" y="180000"/>
            <a:ext cx="9714960" cy="125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7560000" y="6840000"/>
            <a:ext cx="2514960" cy="53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CustomShape 3"/>
          <p:cNvSpPr/>
          <p:nvPr/>
        </p:nvSpPr>
        <p:spPr>
          <a:xfrm>
            <a:off x="900000" y="6840000"/>
            <a:ext cx="6474960" cy="5349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CustomShape 4"/>
          <p:cNvSpPr/>
          <p:nvPr/>
        </p:nvSpPr>
        <p:spPr>
          <a:xfrm>
            <a:off x="180000" y="6840000"/>
            <a:ext cx="534960" cy="5349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0" y="180000"/>
            <a:ext cx="9714960" cy="125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7560000" y="6840000"/>
            <a:ext cx="2514960" cy="53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CustomShape 3"/>
          <p:cNvSpPr/>
          <p:nvPr/>
        </p:nvSpPr>
        <p:spPr>
          <a:xfrm>
            <a:off x="900000" y="6840000"/>
            <a:ext cx="6474960" cy="5349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CustomShape 4"/>
          <p:cNvSpPr/>
          <p:nvPr/>
        </p:nvSpPr>
        <p:spPr>
          <a:xfrm>
            <a:off x="180000" y="6840000"/>
            <a:ext cx="534960" cy="5349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/>
          <p:cNvSpPr/>
          <p:nvPr/>
        </p:nvSpPr>
        <p:spPr>
          <a:xfrm>
            <a:off x="0" y="180000"/>
            <a:ext cx="9714960" cy="125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CustomShape 2"/>
          <p:cNvSpPr/>
          <p:nvPr/>
        </p:nvSpPr>
        <p:spPr>
          <a:xfrm>
            <a:off x="7560000" y="6840000"/>
            <a:ext cx="2514960" cy="53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3"/>
          <p:cNvSpPr/>
          <p:nvPr/>
        </p:nvSpPr>
        <p:spPr>
          <a:xfrm>
            <a:off x="900000" y="6840000"/>
            <a:ext cx="6474960" cy="5349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CustomShape 4"/>
          <p:cNvSpPr/>
          <p:nvPr/>
        </p:nvSpPr>
        <p:spPr>
          <a:xfrm>
            <a:off x="180000" y="6840000"/>
            <a:ext cx="534960" cy="5349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292068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body"/>
          </p:nvPr>
        </p:nvSpPr>
        <p:spPr>
          <a:xfrm>
            <a:off x="3571560" y="1768680"/>
            <a:ext cx="292068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13" name="PlaceHolder 4"/>
          <p:cNvSpPr>
            <a:spLocks noGrp="1"/>
          </p:cNvSpPr>
          <p:nvPr>
            <p:ph type="body"/>
          </p:nvPr>
        </p:nvSpPr>
        <p:spPr>
          <a:xfrm>
            <a:off x="6639120" y="1768680"/>
            <a:ext cx="292068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14" name="PlaceHolder 5"/>
          <p:cNvSpPr>
            <a:spLocks noGrp="1"/>
          </p:cNvSpPr>
          <p:nvPr>
            <p:ph type="body"/>
          </p:nvPr>
        </p:nvSpPr>
        <p:spPr>
          <a:xfrm>
            <a:off x="504000" y="4058640"/>
            <a:ext cx="292068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15" name="PlaceHolder 6"/>
          <p:cNvSpPr>
            <a:spLocks noGrp="1"/>
          </p:cNvSpPr>
          <p:nvPr>
            <p:ph type="body"/>
          </p:nvPr>
        </p:nvSpPr>
        <p:spPr>
          <a:xfrm>
            <a:off x="3571560" y="4058640"/>
            <a:ext cx="292068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16" name="PlaceHolder 7"/>
          <p:cNvSpPr>
            <a:spLocks noGrp="1"/>
          </p:cNvSpPr>
          <p:nvPr>
            <p:ph type="body"/>
          </p:nvPr>
        </p:nvSpPr>
        <p:spPr>
          <a:xfrm>
            <a:off x="6639120" y="4058640"/>
            <a:ext cx="292068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CustomShape 1"/>
          <p:cNvSpPr/>
          <p:nvPr/>
        </p:nvSpPr>
        <p:spPr>
          <a:xfrm>
            <a:off x="0" y="180000"/>
            <a:ext cx="9714960" cy="125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CustomShape 2"/>
          <p:cNvSpPr/>
          <p:nvPr/>
        </p:nvSpPr>
        <p:spPr>
          <a:xfrm>
            <a:off x="7560000" y="6840000"/>
            <a:ext cx="2514960" cy="53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CustomShape 3"/>
          <p:cNvSpPr/>
          <p:nvPr/>
        </p:nvSpPr>
        <p:spPr>
          <a:xfrm>
            <a:off x="900000" y="6840000"/>
            <a:ext cx="6474960" cy="5349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CustomShape 4"/>
          <p:cNvSpPr/>
          <p:nvPr/>
        </p:nvSpPr>
        <p:spPr>
          <a:xfrm>
            <a:off x="180000" y="6840000"/>
            <a:ext cx="534960" cy="5349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ustomShape 1"/>
          <p:cNvSpPr/>
          <p:nvPr/>
        </p:nvSpPr>
        <p:spPr>
          <a:xfrm>
            <a:off x="0" y="180000"/>
            <a:ext cx="9714960" cy="125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CustomShape 2"/>
          <p:cNvSpPr/>
          <p:nvPr/>
        </p:nvSpPr>
        <p:spPr>
          <a:xfrm>
            <a:off x="7560000" y="6840000"/>
            <a:ext cx="2514960" cy="53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CustomShape 3"/>
          <p:cNvSpPr/>
          <p:nvPr/>
        </p:nvSpPr>
        <p:spPr>
          <a:xfrm>
            <a:off x="900000" y="6840000"/>
            <a:ext cx="6474960" cy="5349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CustomShape 4"/>
          <p:cNvSpPr/>
          <p:nvPr/>
        </p:nvSpPr>
        <p:spPr>
          <a:xfrm>
            <a:off x="180000" y="6840000"/>
            <a:ext cx="534960" cy="5349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0" y="180000"/>
            <a:ext cx="9714960" cy="125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7560000" y="6840000"/>
            <a:ext cx="2514960" cy="53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CustomShape 3"/>
          <p:cNvSpPr/>
          <p:nvPr/>
        </p:nvSpPr>
        <p:spPr>
          <a:xfrm>
            <a:off x="900000" y="6840000"/>
            <a:ext cx="6474960" cy="5349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CustomShape 4"/>
          <p:cNvSpPr/>
          <p:nvPr/>
        </p:nvSpPr>
        <p:spPr>
          <a:xfrm>
            <a:off x="180000" y="6840000"/>
            <a:ext cx="534960" cy="5349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CustomShape 1"/>
          <p:cNvSpPr/>
          <p:nvPr/>
        </p:nvSpPr>
        <p:spPr>
          <a:xfrm>
            <a:off x="0" y="180000"/>
            <a:ext cx="9714960" cy="125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CustomShape 2"/>
          <p:cNvSpPr/>
          <p:nvPr/>
        </p:nvSpPr>
        <p:spPr>
          <a:xfrm>
            <a:off x="7560000" y="6840000"/>
            <a:ext cx="2514960" cy="53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CustomShape 3"/>
          <p:cNvSpPr/>
          <p:nvPr/>
        </p:nvSpPr>
        <p:spPr>
          <a:xfrm>
            <a:off x="900000" y="6840000"/>
            <a:ext cx="6474960" cy="5349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CustomShape 4"/>
          <p:cNvSpPr/>
          <p:nvPr/>
        </p:nvSpPr>
        <p:spPr>
          <a:xfrm>
            <a:off x="180000" y="6840000"/>
            <a:ext cx="534960" cy="5349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CustomShape 1"/>
          <p:cNvSpPr/>
          <p:nvPr/>
        </p:nvSpPr>
        <p:spPr>
          <a:xfrm>
            <a:off x="0" y="180000"/>
            <a:ext cx="9714960" cy="125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CustomShape 2"/>
          <p:cNvSpPr/>
          <p:nvPr/>
        </p:nvSpPr>
        <p:spPr>
          <a:xfrm>
            <a:off x="7560000" y="6840000"/>
            <a:ext cx="2514960" cy="53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CustomShape 3"/>
          <p:cNvSpPr/>
          <p:nvPr/>
        </p:nvSpPr>
        <p:spPr>
          <a:xfrm>
            <a:off x="900000" y="6840000"/>
            <a:ext cx="6474960" cy="5349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CustomShape 4"/>
          <p:cNvSpPr/>
          <p:nvPr/>
        </p:nvSpPr>
        <p:spPr>
          <a:xfrm>
            <a:off x="180000" y="6840000"/>
            <a:ext cx="534960" cy="5349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CustomShape 1"/>
          <p:cNvSpPr/>
          <p:nvPr/>
        </p:nvSpPr>
        <p:spPr>
          <a:xfrm>
            <a:off x="0" y="180000"/>
            <a:ext cx="9714960" cy="125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CustomShape 2"/>
          <p:cNvSpPr/>
          <p:nvPr/>
        </p:nvSpPr>
        <p:spPr>
          <a:xfrm>
            <a:off x="7560000" y="6840000"/>
            <a:ext cx="2514960" cy="53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CustomShape 3"/>
          <p:cNvSpPr/>
          <p:nvPr/>
        </p:nvSpPr>
        <p:spPr>
          <a:xfrm>
            <a:off x="900000" y="6840000"/>
            <a:ext cx="6474960" cy="5349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CustomShape 4"/>
          <p:cNvSpPr/>
          <p:nvPr/>
        </p:nvSpPr>
        <p:spPr>
          <a:xfrm>
            <a:off x="180000" y="6840000"/>
            <a:ext cx="534960" cy="5349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CustomShape 1"/>
          <p:cNvSpPr/>
          <p:nvPr/>
        </p:nvSpPr>
        <p:spPr>
          <a:xfrm>
            <a:off x="0" y="180000"/>
            <a:ext cx="9714960" cy="125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CustomShape 2"/>
          <p:cNvSpPr/>
          <p:nvPr/>
        </p:nvSpPr>
        <p:spPr>
          <a:xfrm>
            <a:off x="7560000" y="6840000"/>
            <a:ext cx="2514960" cy="53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CustomShape 3"/>
          <p:cNvSpPr/>
          <p:nvPr/>
        </p:nvSpPr>
        <p:spPr>
          <a:xfrm>
            <a:off x="900000" y="6840000"/>
            <a:ext cx="6474960" cy="5349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CustomShape 4"/>
          <p:cNvSpPr/>
          <p:nvPr/>
        </p:nvSpPr>
        <p:spPr>
          <a:xfrm>
            <a:off x="180000" y="6840000"/>
            <a:ext cx="534960" cy="5349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CustomShape 1"/>
          <p:cNvSpPr/>
          <p:nvPr/>
        </p:nvSpPr>
        <p:spPr>
          <a:xfrm>
            <a:off x="0" y="180000"/>
            <a:ext cx="9714960" cy="125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CustomShape 2"/>
          <p:cNvSpPr/>
          <p:nvPr/>
        </p:nvSpPr>
        <p:spPr>
          <a:xfrm>
            <a:off x="7560000" y="6840000"/>
            <a:ext cx="2514960" cy="53496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CustomShape 3"/>
          <p:cNvSpPr/>
          <p:nvPr/>
        </p:nvSpPr>
        <p:spPr>
          <a:xfrm>
            <a:off x="900000" y="6840000"/>
            <a:ext cx="6474960" cy="53496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CustomShape 4"/>
          <p:cNvSpPr/>
          <p:nvPr/>
        </p:nvSpPr>
        <p:spPr>
          <a:xfrm>
            <a:off x="180000" y="6840000"/>
            <a:ext cx="534960" cy="53496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BR" sz="4400" spc="-1" strike="noStrike">
                <a:solidFill>
                  <a:schemeClr val="dk1"/>
                </a:solidFill>
                <a:latin typeface="Arial"/>
              </a:rPr>
              <a:t>Click to edit the title text format</a:t>
            </a:r>
            <a:endParaRPr b="0" lang="en-BR" sz="4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83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Second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Third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Fourth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Fifth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Sixth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BR" sz="1800" spc="-1" strike="noStrike">
                <a:solidFill>
                  <a:schemeClr val="dk1"/>
                </a:solidFill>
                <a:latin typeface="Arial"/>
              </a:rPr>
              <a:t>Seventh Outline Level</a:t>
            </a:r>
            <a:endParaRPr b="0" lang="en-BR" sz="18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mailto:gustavo.hochuli@pucpr.br" TargetMode="External"/><Relationship Id="rId2" Type="http://schemas.openxmlformats.org/officeDocument/2006/relationships/hyperlink" Target="mailto:aghochuli@ppgia.pucpr.br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image" Target="../media/image7.jpeg"/><Relationship Id="rId3" Type="http://schemas.openxmlformats.org/officeDocument/2006/relationships/image" Target="../media/image8.gif"/><Relationship Id="rId4" Type="http://schemas.openxmlformats.org/officeDocument/2006/relationships/image" Target="../media/image9.gif"/><Relationship Id="rId5" Type="http://schemas.openxmlformats.org/officeDocument/2006/relationships/image" Target="../media/image9.gif"/><Relationship Id="rId6" Type="http://schemas.openxmlformats.org/officeDocument/2006/relationships/slideLayout" Target="../slideLayouts/slideLayout13.xml"/><Relationship Id="rId7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image" Target="../media/image10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image" Target="../media/image10.jpe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image" Target="../media/image10.jpe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jpeg"/><Relationship Id="rId6" Type="http://schemas.openxmlformats.org/officeDocument/2006/relationships/slideLayout" Target="../slideLayouts/slideLayout13.xml"/><Relationship Id="rId7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image" Target="../media/image10.jpe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jpeg"/><Relationship Id="rId6" Type="http://schemas.openxmlformats.org/officeDocument/2006/relationships/image" Target="../media/image15.jpeg"/><Relationship Id="rId7" Type="http://schemas.openxmlformats.org/officeDocument/2006/relationships/slideLayout" Target="../slideLayouts/slideLayout13.xml"/><Relationship Id="rId8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gif"/><Relationship Id="rId2" Type="http://schemas.openxmlformats.org/officeDocument/2006/relationships/image" Target="../media/image15.jpe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9.gif"/><Relationship Id="rId2" Type="http://schemas.openxmlformats.org/officeDocument/2006/relationships/image" Target="../media/image15.jpeg"/><Relationship Id="rId3" Type="http://schemas.openxmlformats.org/officeDocument/2006/relationships/image" Target="../media/image16.jpe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9.gif"/><Relationship Id="rId2" Type="http://schemas.openxmlformats.org/officeDocument/2006/relationships/image" Target="../media/image15.jpeg"/><Relationship Id="rId3" Type="http://schemas.openxmlformats.org/officeDocument/2006/relationships/image" Target="../media/image17.jpe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gif"/><Relationship Id="rId2" Type="http://schemas.openxmlformats.org/officeDocument/2006/relationships/image" Target="../media/image15.jpe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9.gif"/><Relationship Id="rId2" Type="http://schemas.openxmlformats.org/officeDocument/2006/relationships/image" Target="../media/image15.jpe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9.gif"/><Relationship Id="rId2" Type="http://schemas.openxmlformats.org/officeDocument/2006/relationships/image" Target="../media/image15.jpe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slideLayout" Target="../slideLayouts/slideLayout13.xml"/><Relationship Id="rId7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9.gif"/><Relationship Id="rId2" Type="http://schemas.openxmlformats.org/officeDocument/2006/relationships/image" Target="../media/image15.jpe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1.jpeg"/><Relationship Id="rId6" Type="http://schemas.openxmlformats.org/officeDocument/2006/relationships/slideLayout" Target="../slideLayouts/slideLayout13.xml"/><Relationship Id="rId7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9.gif"/><Relationship Id="rId2" Type="http://schemas.openxmlformats.org/officeDocument/2006/relationships/image" Target="../media/image15.jpe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1.jpeg"/><Relationship Id="rId6" Type="http://schemas.openxmlformats.org/officeDocument/2006/relationships/image" Target="../media/image22.png"/><Relationship Id="rId7" Type="http://schemas.openxmlformats.org/officeDocument/2006/relationships/slideLayout" Target="../slideLayouts/slideLayout13.xml"/><Relationship Id="rId8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hyperlink" Target="https://github.com/andrehochuli/teaching/blob/8c153c5b177d3004b5c2aac82d373d4bcec50289/ComputerVision/Lecture%2004%20-%20Finding%20Components/Lecture_04_Component_Segmentation.ipynb" TargetMode="Externa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CustomShape 1"/>
          <p:cNvSpPr/>
          <p:nvPr/>
        </p:nvSpPr>
        <p:spPr>
          <a:xfrm>
            <a:off x="360000" y="333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Lecture 04 - Component Segmentation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CustomShape 2"/>
          <p:cNvSpPr/>
          <p:nvPr/>
        </p:nvSpPr>
        <p:spPr>
          <a:xfrm>
            <a:off x="540000" y="4680000"/>
            <a:ext cx="9174960" cy="251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22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Prof. André Gustavo Hochuli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1"/>
              </a:rPr>
              <a:t>gustavo.hochuli@pucpr.br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2"/>
              </a:rPr>
              <a:t>aghochuli@ppgia.pucpr.br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CustomShape 1"/>
          <p:cNvSpPr/>
          <p:nvPr/>
        </p:nvSpPr>
        <p:spPr>
          <a:xfrm>
            <a:off x="360000" y="36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Topics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CustomShape 2"/>
          <p:cNvSpPr/>
          <p:nvPr/>
        </p:nvSpPr>
        <p:spPr>
          <a:xfrm>
            <a:off x="897120" y="6886080"/>
            <a:ext cx="64422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CustomShape 3"/>
          <p:cNvSpPr/>
          <p:nvPr/>
        </p:nvSpPr>
        <p:spPr>
          <a:xfrm>
            <a:off x="7608600" y="6886080"/>
            <a:ext cx="2280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CustomShape 4"/>
          <p:cNvSpPr/>
          <p:nvPr/>
        </p:nvSpPr>
        <p:spPr>
          <a:xfrm>
            <a:off x="360000" y="1648080"/>
            <a:ext cx="9174960" cy="46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1c1c1c"/>
                </a:solidFill>
                <a:latin typeface="Calibri"/>
                <a:ea typeface="DejaVu Sans"/>
              </a:rPr>
              <a:t>Discussion of Practice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1c1c1c"/>
                </a:solidFill>
                <a:latin typeface="Calibri"/>
                <a:ea typeface="DejaVu Sans"/>
              </a:rPr>
              <a:t>Component Segmentation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6732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1c1c1c"/>
                </a:solidFill>
                <a:latin typeface="Calibri"/>
                <a:ea typeface="DejaVu Sans"/>
              </a:rPr>
              <a:t>Finding Connected Components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6732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1c1c1c"/>
                </a:solidFill>
                <a:latin typeface="Calibri"/>
                <a:ea typeface="DejaVu Sans"/>
              </a:rPr>
              <a:t>Filtering Components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1c1c1c"/>
                </a:solidFill>
                <a:latin typeface="Calibri"/>
                <a:ea typeface="DejaVu Sans"/>
              </a:rPr>
              <a:t>Practice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6732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1c1c1c"/>
                </a:solidFill>
                <a:latin typeface="Calibri"/>
                <a:ea typeface="DejaVu Sans"/>
              </a:rPr>
              <a:t>License Plate Characters Segmentation</a:t>
            </a:r>
            <a:r>
              <a:rPr b="0" lang="en-US" sz="2000" spc="-1" strike="noStrike">
                <a:solidFill>
                  <a:srgbClr val="1c1c1c"/>
                </a:solidFill>
                <a:latin typeface="Calibri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0" name="Picture 1" descr=""/>
          <p:cNvPicPr/>
          <p:nvPr/>
        </p:nvPicPr>
        <p:blipFill>
          <a:blip r:embed="rId1"/>
          <a:stretch/>
        </p:blipFill>
        <p:spPr>
          <a:xfrm>
            <a:off x="2264760" y="4058280"/>
            <a:ext cx="5957640" cy="2763000"/>
          </a:xfrm>
          <a:prstGeom prst="rect">
            <a:avLst/>
          </a:prstGeom>
          <a:ln w="0">
            <a:noFill/>
          </a:ln>
        </p:spPr>
      </p:pic>
      <p:sp>
        <p:nvSpPr>
          <p:cNvPr id="201" name="Oval 2"/>
          <p:cNvSpPr/>
          <p:nvPr/>
        </p:nvSpPr>
        <p:spPr>
          <a:xfrm>
            <a:off x="2359440" y="6476760"/>
            <a:ext cx="273960" cy="230400"/>
          </a:xfrm>
          <a:prstGeom prst="ellipse">
            <a:avLst/>
          </a:prstGeom>
          <a:solidFill>
            <a:srgbClr val="00b050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B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202" name="Oval 3"/>
          <p:cNvSpPr/>
          <p:nvPr/>
        </p:nvSpPr>
        <p:spPr>
          <a:xfrm>
            <a:off x="2741400" y="6485400"/>
            <a:ext cx="273960" cy="230400"/>
          </a:xfrm>
          <a:prstGeom prst="ellipse">
            <a:avLst/>
          </a:prstGeom>
          <a:solidFill>
            <a:srgbClr val="00b050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B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203" name="Oval 8"/>
          <p:cNvSpPr/>
          <p:nvPr/>
        </p:nvSpPr>
        <p:spPr>
          <a:xfrm>
            <a:off x="3156120" y="6476760"/>
            <a:ext cx="273960" cy="230400"/>
          </a:xfrm>
          <a:prstGeom prst="ellipse">
            <a:avLst/>
          </a:prstGeom>
          <a:solidFill>
            <a:srgbClr val="00b050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BR" sz="1800" spc="-1" strike="noStrike">
              <a:solidFill>
                <a:schemeClr val="lt1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CustomShape 1"/>
          <p:cNvSpPr/>
          <p:nvPr/>
        </p:nvSpPr>
        <p:spPr>
          <a:xfrm>
            <a:off x="360000" y="36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Component Segmentation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CustomShape 2"/>
          <p:cNvSpPr/>
          <p:nvPr/>
        </p:nvSpPr>
        <p:spPr>
          <a:xfrm>
            <a:off x="897120" y="6886080"/>
            <a:ext cx="64422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CustomShape 3"/>
          <p:cNvSpPr/>
          <p:nvPr/>
        </p:nvSpPr>
        <p:spPr>
          <a:xfrm>
            <a:off x="7608600" y="6886080"/>
            <a:ext cx="2280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CaixaDeTexto 1"/>
          <p:cNvSpPr/>
          <p:nvPr/>
        </p:nvSpPr>
        <p:spPr>
          <a:xfrm>
            <a:off x="200160" y="1689840"/>
            <a:ext cx="951480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A.K.A Connected Component Extraction, Blob Extraction, …..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Its application comes from Graph Theory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Social Networks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Biology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Pattern Recognition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8" name="Picture 4" descr="3-Connected-Components-Graph"/>
          <p:cNvPicPr/>
          <p:nvPr/>
        </p:nvPicPr>
        <p:blipFill>
          <a:blip r:embed="rId1"/>
          <a:stretch/>
        </p:blipFill>
        <p:spPr>
          <a:xfrm>
            <a:off x="1506600" y="3780000"/>
            <a:ext cx="2610720" cy="2262600"/>
          </a:xfrm>
          <a:prstGeom prst="rect">
            <a:avLst/>
          </a:prstGeom>
          <a:ln w="0">
            <a:noFill/>
          </a:ln>
        </p:spPr>
      </p:pic>
      <p:pic>
        <p:nvPicPr>
          <p:cNvPr id="209" name="Imagem 13" descr=""/>
          <p:cNvPicPr/>
          <p:nvPr/>
        </p:nvPicPr>
        <p:blipFill>
          <a:blip r:embed="rId2"/>
          <a:stretch/>
        </p:blipFill>
        <p:spPr>
          <a:xfrm>
            <a:off x="5930280" y="5444280"/>
            <a:ext cx="3374280" cy="820800"/>
          </a:xfrm>
          <a:prstGeom prst="rect">
            <a:avLst/>
          </a:prstGeom>
          <a:ln w="0">
            <a:noFill/>
          </a:ln>
        </p:spPr>
      </p:pic>
      <p:pic>
        <p:nvPicPr>
          <p:cNvPr id="210" name="Imagem 15" descr=""/>
          <p:cNvPicPr/>
          <p:nvPr/>
        </p:nvPicPr>
        <p:blipFill>
          <a:blip r:embed="rId3"/>
          <a:stretch/>
        </p:blipFill>
        <p:spPr>
          <a:xfrm>
            <a:off x="5796000" y="2768040"/>
            <a:ext cx="3791880" cy="847080"/>
          </a:xfrm>
          <a:prstGeom prst="rect">
            <a:avLst/>
          </a:prstGeom>
          <a:ln w="0">
            <a:noFill/>
          </a:ln>
        </p:spPr>
      </p:pic>
      <p:pic>
        <p:nvPicPr>
          <p:cNvPr id="211" name="Imagem 19" descr=""/>
          <p:cNvPicPr/>
          <p:nvPr/>
        </p:nvPicPr>
        <p:blipFill>
          <a:blip r:embed="rId4"/>
          <a:stretch/>
        </p:blipFill>
        <p:spPr>
          <a:xfrm>
            <a:off x="5724000" y="4093560"/>
            <a:ext cx="3832560" cy="812160"/>
          </a:xfrm>
          <a:prstGeom prst="rect">
            <a:avLst/>
          </a:prstGeom>
          <a:ln w="0">
            <a:noFill/>
          </a:ln>
        </p:spPr>
      </p:pic>
      <p:sp>
        <p:nvSpPr>
          <p:cNvPr id="212" name="Seta: para Baixo 20"/>
          <p:cNvSpPr/>
          <p:nvPr/>
        </p:nvSpPr>
        <p:spPr>
          <a:xfrm>
            <a:off x="7467480" y="3650760"/>
            <a:ext cx="242280" cy="4186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3" name="Seta: para Baixo 23"/>
          <p:cNvSpPr/>
          <p:nvPr/>
        </p:nvSpPr>
        <p:spPr>
          <a:xfrm>
            <a:off x="7503480" y="4989960"/>
            <a:ext cx="242280" cy="4186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CustomShape 1"/>
          <p:cNvSpPr/>
          <p:nvPr/>
        </p:nvSpPr>
        <p:spPr>
          <a:xfrm>
            <a:off x="360000" y="36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Connected Component Labelling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CustomShape 2"/>
          <p:cNvSpPr/>
          <p:nvPr/>
        </p:nvSpPr>
        <p:spPr>
          <a:xfrm>
            <a:off x="897120" y="6886080"/>
            <a:ext cx="64422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CustomShape 3"/>
          <p:cNvSpPr/>
          <p:nvPr/>
        </p:nvSpPr>
        <p:spPr>
          <a:xfrm>
            <a:off x="7608600" y="6886080"/>
            <a:ext cx="2280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CaixaDeTexto 1"/>
          <p:cNvSpPr/>
          <p:nvPr/>
        </p:nvSpPr>
        <p:spPr>
          <a:xfrm>
            <a:off x="200160" y="1689840"/>
            <a:ext cx="951480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Analyzes the non-zero pixel's neighborhood (foreground)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 each connected pixel with a label (1,2,3,4….)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Kernels: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8" name="Picture 2" descr=""/>
          <p:cNvPicPr/>
          <p:nvPr/>
        </p:nvPicPr>
        <p:blipFill>
          <a:blip r:embed="rId1"/>
          <a:stretch/>
        </p:blipFill>
        <p:spPr>
          <a:xfrm>
            <a:off x="2684880" y="4089240"/>
            <a:ext cx="2351880" cy="2351880"/>
          </a:xfrm>
          <a:prstGeom prst="rect">
            <a:avLst/>
          </a:prstGeom>
          <a:ln w="0">
            <a:noFill/>
          </a:ln>
        </p:spPr>
      </p:pic>
      <p:pic>
        <p:nvPicPr>
          <p:cNvPr id="219" name="Picture 4" descr=""/>
          <p:cNvPicPr/>
          <p:nvPr/>
        </p:nvPicPr>
        <p:blipFill>
          <a:blip r:embed="rId2"/>
          <a:stretch/>
        </p:blipFill>
        <p:spPr>
          <a:xfrm>
            <a:off x="6324480" y="4074480"/>
            <a:ext cx="2351880" cy="2351880"/>
          </a:xfrm>
          <a:prstGeom prst="rect">
            <a:avLst/>
          </a:prstGeom>
          <a:ln w="0">
            <a:noFill/>
          </a:ln>
        </p:spPr>
      </p:pic>
      <p:pic>
        <p:nvPicPr>
          <p:cNvPr id="220" name="Picture 6" descr="Four-Pixel-Connectivity"/>
          <p:cNvPicPr/>
          <p:nvPr/>
        </p:nvPicPr>
        <p:blipFill>
          <a:blip r:embed="rId3"/>
          <a:stretch/>
        </p:blipFill>
        <p:spPr>
          <a:xfrm>
            <a:off x="1672560" y="2622960"/>
            <a:ext cx="684360" cy="703440"/>
          </a:xfrm>
          <a:prstGeom prst="rect">
            <a:avLst/>
          </a:prstGeom>
          <a:ln w="0">
            <a:noFill/>
          </a:ln>
        </p:spPr>
      </p:pic>
      <p:pic>
        <p:nvPicPr>
          <p:cNvPr id="221" name="Picture 8" descr="8-Pixel-Connectivity"/>
          <p:cNvPicPr/>
          <p:nvPr/>
        </p:nvPicPr>
        <p:blipFill>
          <a:blip r:embed="rId4"/>
          <a:stretch/>
        </p:blipFill>
        <p:spPr>
          <a:xfrm>
            <a:off x="3395160" y="2613240"/>
            <a:ext cx="722520" cy="712800"/>
          </a:xfrm>
          <a:prstGeom prst="rect">
            <a:avLst/>
          </a:prstGeom>
          <a:ln w="0">
            <a:noFill/>
          </a:ln>
        </p:spPr>
      </p:pic>
      <p:sp>
        <p:nvSpPr>
          <p:cNvPr id="222" name="CaixaDeTexto 10"/>
          <p:cNvSpPr/>
          <p:nvPr/>
        </p:nvSpPr>
        <p:spPr>
          <a:xfrm>
            <a:off x="1262160" y="3361680"/>
            <a:ext cx="1505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4-Neighboors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CaixaDeTexto 11"/>
          <p:cNvSpPr/>
          <p:nvPr/>
        </p:nvSpPr>
        <p:spPr>
          <a:xfrm>
            <a:off x="3003480" y="3358800"/>
            <a:ext cx="1505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8-Neighboors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eta: para a Direita 2"/>
          <p:cNvSpPr/>
          <p:nvPr/>
        </p:nvSpPr>
        <p:spPr>
          <a:xfrm>
            <a:off x="5247720" y="5327280"/>
            <a:ext cx="753840" cy="2084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25" name="Picture 8" descr="8-Pixel-Connectivity"/>
          <p:cNvPicPr/>
          <p:nvPr/>
        </p:nvPicPr>
        <p:blipFill>
          <a:blip r:embed="rId5"/>
          <a:stretch/>
        </p:blipFill>
        <p:spPr>
          <a:xfrm>
            <a:off x="900000" y="5084640"/>
            <a:ext cx="722520" cy="712800"/>
          </a:xfrm>
          <a:prstGeom prst="rect">
            <a:avLst/>
          </a:prstGeom>
          <a:ln w="0">
            <a:noFill/>
          </a:ln>
        </p:spPr>
      </p:pic>
      <p:sp>
        <p:nvSpPr>
          <p:cNvPr id="226" name="Seta: para a Direita 15"/>
          <p:cNvSpPr/>
          <p:nvPr/>
        </p:nvSpPr>
        <p:spPr>
          <a:xfrm flipV="1">
            <a:off x="1748880" y="5290920"/>
            <a:ext cx="722520" cy="2433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CustomShape 1"/>
          <p:cNvSpPr/>
          <p:nvPr/>
        </p:nvSpPr>
        <p:spPr>
          <a:xfrm>
            <a:off x="360000" y="36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CustomShape 2"/>
          <p:cNvSpPr/>
          <p:nvPr/>
        </p:nvSpPr>
        <p:spPr>
          <a:xfrm>
            <a:off x="897120" y="6886080"/>
            <a:ext cx="64422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CustomShape 3"/>
          <p:cNvSpPr/>
          <p:nvPr/>
        </p:nvSpPr>
        <p:spPr>
          <a:xfrm>
            <a:off x="7608600" y="6886080"/>
            <a:ext cx="2280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0" name="Picture 2" descr=""/>
          <p:cNvPicPr/>
          <p:nvPr/>
        </p:nvPicPr>
        <p:blipFill>
          <a:blip r:embed="rId1"/>
          <a:stretch/>
        </p:blipFill>
        <p:spPr>
          <a:xfrm>
            <a:off x="2088360" y="3618000"/>
            <a:ext cx="3065040" cy="3065040"/>
          </a:xfrm>
          <a:prstGeom prst="rect">
            <a:avLst/>
          </a:prstGeom>
          <a:ln w="0">
            <a:noFill/>
          </a:ln>
        </p:spPr>
      </p:pic>
      <p:pic>
        <p:nvPicPr>
          <p:cNvPr id="231" name="Picture 2" descr=""/>
          <p:cNvPicPr/>
          <p:nvPr/>
        </p:nvPicPr>
        <p:blipFill>
          <a:blip r:embed="rId2"/>
          <a:stretch/>
        </p:blipFill>
        <p:spPr>
          <a:xfrm>
            <a:off x="6050880" y="3610080"/>
            <a:ext cx="3065040" cy="3065040"/>
          </a:xfrm>
          <a:prstGeom prst="rect">
            <a:avLst/>
          </a:prstGeom>
          <a:ln w="0">
            <a:noFill/>
          </a:ln>
        </p:spPr>
      </p:pic>
      <p:pic>
        <p:nvPicPr>
          <p:cNvPr id="232" name="Imagem 4" descr=""/>
          <p:cNvPicPr/>
          <p:nvPr/>
        </p:nvPicPr>
        <p:blipFill>
          <a:blip r:embed="rId3"/>
          <a:stretch/>
        </p:blipFill>
        <p:spPr>
          <a:xfrm>
            <a:off x="6069960" y="3618720"/>
            <a:ext cx="413280" cy="428760"/>
          </a:xfrm>
          <a:prstGeom prst="rect">
            <a:avLst/>
          </a:prstGeom>
          <a:ln w="0">
            <a:noFill/>
          </a:ln>
        </p:spPr>
      </p:pic>
      <p:pic>
        <p:nvPicPr>
          <p:cNvPr id="233" name="Imagem 7" descr=""/>
          <p:cNvPicPr/>
          <p:nvPr/>
        </p:nvPicPr>
        <p:blipFill>
          <a:blip r:embed="rId4"/>
          <a:stretch/>
        </p:blipFill>
        <p:spPr>
          <a:xfrm>
            <a:off x="1939320" y="3474360"/>
            <a:ext cx="776880" cy="765720"/>
          </a:xfrm>
          <a:prstGeom prst="rect">
            <a:avLst/>
          </a:prstGeom>
          <a:ln w="0">
            <a:noFill/>
          </a:ln>
          <a:effectLst>
            <a:glow rad="127080">
              <a:srgbClr val="4f81bd">
                <a:alpha val="0"/>
              </a:srgbClr>
            </a:glow>
            <a:outerShdw algn="ctr" blurRad="50760" dir="5400000" dist="50760" rotWithShape="0">
              <a:srgbClr val="000000">
                <a:alpha val="0"/>
              </a:srgbClr>
            </a:outerShdw>
          </a:effectLst>
        </p:spPr>
      </p:pic>
      <p:sp>
        <p:nvSpPr>
          <p:cNvPr id="234" name="Seta: para a Direita 10"/>
          <p:cNvSpPr/>
          <p:nvPr/>
        </p:nvSpPr>
        <p:spPr>
          <a:xfrm>
            <a:off x="5262480" y="5015160"/>
            <a:ext cx="679320" cy="270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5" name="CaixaDeTexto 12"/>
          <p:cNvSpPr/>
          <p:nvPr/>
        </p:nvSpPr>
        <p:spPr>
          <a:xfrm>
            <a:off x="200160" y="1473840"/>
            <a:ext cx="951480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CustomShape 1"/>
          <p:cNvSpPr/>
          <p:nvPr/>
        </p:nvSpPr>
        <p:spPr>
          <a:xfrm>
            <a:off x="360000" y="36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CustomShape 2"/>
          <p:cNvSpPr/>
          <p:nvPr/>
        </p:nvSpPr>
        <p:spPr>
          <a:xfrm>
            <a:off x="897120" y="6886080"/>
            <a:ext cx="64422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CustomShape 3"/>
          <p:cNvSpPr/>
          <p:nvPr/>
        </p:nvSpPr>
        <p:spPr>
          <a:xfrm>
            <a:off x="7608600" y="6886080"/>
            <a:ext cx="2280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9" name="Picture 2" descr=""/>
          <p:cNvPicPr/>
          <p:nvPr/>
        </p:nvPicPr>
        <p:blipFill>
          <a:blip r:embed="rId1"/>
          <a:stretch/>
        </p:blipFill>
        <p:spPr>
          <a:xfrm>
            <a:off x="2088360" y="3618000"/>
            <a:ext cx="3065040" cy="3065040"/>
          </a:xfrm>
          <a:prstGeom prst="rect">
            <a:avLst/>
          </a:prstGeom>
          <a:ln w="0">
            <a:noFill/>
          </a:ln>
        </p:spPr>
      </p:pic>
      <p:pic>
        <p:nvPicPr>
          <p:cNvPr id="240" name="Picture 2" descr=""/>
          <p:cNvPicPr/>
          <p:nvPr/>
        </p:nvPicPr>
        <p:blipFill>
          <a:blip r:embed="rId2"/>
          <a:stretch/>
        </p:blipFill>
        <p:spPr>
          <a:xfrm>
            <a:off x="6050880" y="3610080"/>
            <a:ext cx="3065040" cy="3065040"/>
          </a:xfrm>
          <a:prstGeom prst="rect">
            <a:avLst/>
          </a:prstGeom>
          <a:ln w="0">
            <a:noFill/>
          </a:ln>
        </p:spPr>
      </p:pic>
      <p:pic>
        <p:nvPicPr>
          <p:cNvPr id="241" name="Imagem 7" descr=""/>
          <p:cNvPicPr/>
          <p:nvPr/>
        </p:nvPicPr>
        <p:blipFill>
          <a:blip r:embed="rId3"/>
          <a:stretch/>
        </p:blipFill>
        <p:spPr>
          <a:xfrm>
            <a:off x="2336760" y="3474360"/>
            <a:ext cx="776880" cy="765720"/>
          </a:xfrm>
          <a:prstGeom prst="rect">
            <a:avLst/>
          </a:prstGeom>
          <a:ln w="0">
            <a:noFill/>
          </a:ln>
          <a:effectLst>
            <a:glow rad="127080">
              <a:srgbClr val="4f81bd">
                <a:alpha val="0"/>
              </a:srgbClr>
            </a:glow>
            <a:outerShdw algn="ctr" blurRad="50760" dir="5400000" dist="50760" rotWithShape="0">
              <a:srgbClr val="000000">
                <a:alpha val="0"/>
              </a:srgbClr>
            </a:outerShdw>
          </a:effectLst>
        </p:spPr>
      </p:pic>
      <p:sp>
        <p:nvSpPr>
          <p:cNvPr id="242" name="Seta: para a Direita 10"/>
          <p:cNvSpPr/>
          <p:nvPr/>
        </p:nvSpPr>
        <p:spPr>
          <a:xfrm>
            <a:off x="5262480" y="5015160"/>
            <a:ext cx="679320" cy="270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43" name="Imagem 14" descr=""/>
          <p:cNvPicPr/>
          <p:nvPr/>
        </p:nvPicPr>
        <p:blipFill>
          <a:blip r:embed="rId4"/>
          <a:stretch/>
        </p:blipFill>
        <p:spPr>
          <a:xfrm>
            <a:off x="6066000" y="3624840"/>
            <a:ext cx="823680" cy="434880"/>
          </a:xfrm>
          <a:prstGeom prst="rect">
            <a:avLst/>
          </a:prstGeom>
          <a:ln w="0">
            <a:noFill/>
          </a:ln>
        </p:spPr>
      </p:pic>
      <p:sp>
        <p:nvSpPr>
          <p:cNvPr id="244" name="CaixaDeTexto 15"/>
          <p:cNvSpPr/>
          <p:nvPr/>
        </p:nvSpPr>
        <p:spPr>
          <a:xfrm>
            <a:off x="200160" y="1437840"/>
            <a:ext cx="951480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CustomShape 1"/>
          <p:cNvSpPr/>
          <p:nvPr/>
        </p:nvSpPr>
        <p:spPr>
          <a:xfrm>
            <a:off x="360000" y="36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CustomShape 2"/>
          <p:cNvSpPr/>
          <p:nvPr/>
        </p:nvSpPr>
        <p:spPr>
          <a:xfrm>
            <a:off x="897120" y="6886080"/>
            <a:ext cx="64422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CustomShape 3"/>
          <p:cNvSpPr/>
          <p:nvPr/>
        </p:nvSpPr>
        <p:spPr>
          <a:xfrm>
            <a:off x="7608600" y="6886080"/>
            <a:ext cx="2280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8" name="Picture 2" descr=""/>
          <p:cNvPicPr/>
          <p:nvPr/>
        </p:nvPicPr>
        <p:blipFill>
          <a:blip r:embed="rId1"/>
          <a:stretch/>
        </p:blipFill>
        <p:spPr>
          <a:xfrm>
            <a:off x="2088360" y="3618000"/>
            <a:ext cx="3065040" cy="3065040"/>
          </a:xfrm>
          <a:prstGeom prst="rect">
            <a:avLst/>
          </a:prstGeom>
          <a:ln w="0">
            <a:noFill/>
          </a:ln>
        </p:spPr>
      </p:pic>
      <p:pic>
        <p:nvPicPr>
          <p:cNvPr id="249" name="Picture 2" descr=""/>
          <p:cNvPicPr/>
          <p:nvPr/>
        </p:nvPicPr>
        <p:blipFill>
          <a:blip r:embed="rId2"/>
          <a:stretch/>
        </p:blipFill>
        <p:spPr>
          <a:xfrm>
            <a:off x="6050880" y="3610080"/>
            <a:ext cx="3065040" cy="3065040"/>
          </a:xfrm>
          <a:prstGeom prst="rect">
            <a:avLst/>
          </a:prstGeom>
          <a:ln w="0">
            <a:noFill/>
          </a:ln>
        </p:spPr>
      </p:pic>
      <p:pic>
        <p:nvPicPr>
          <p:cNvPr id="250" name="Imagem 7" descr=""/>
          <p:cNvPicPr/>
          <p:nvPr/>
        </p:nvPicPr>
        <p:blipFill>
          <a:blip r:embed="rId3"/>
          <a:stretch/>
        </p:blipFill>
        <p:spPr>
          <a:xfrm>
            <a:off x="3045960" y="3436560"/>
            <a:ext cx="776880" cy="765720"/>
          </a:xfrm>
          <a:prstGeom prst="rect">
            <a:avLst/>
          </a:prstGeom>
          <a:ln w="0">
            <a:noFill/>
          </a:ln>
          <a:effectLst>
            <a:glow rad="127080">
              <a:srgbClr val="4f81bd">
                <a:alpha val="0"/>
              </a:srgbClr>
            </a:glow>
            <a:outerShdw algn="ctr" blurRad="50760" dir="5400000" dist="50760" rotWithShape="0">
              <a:srgbClr val="000000">
                <a:alpha val="0"/>
              </a:srgbClr>
            </a:outerShdw>
          </a:effectLst>
        </p:spPr>
      </p:pic>
      <p:sp>
        <p:nvSpPr>
          <p:cNvPr id="251" name="Seta: para a Direita 10"/>
          <p:cNvSpPr/>
          <p:nvPr/>
        </p:nvSpPr>
        <p:spPr>
          <a:xfrm>
            <a:off x="5262480" y="5015160"/>
            <a:ext cx="679320" cy="270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52" name="Imagem 14" descr=""/>
          <p:cNvPicPr/>
          <p:nvPr/>
        </p:nvPicPr>
        <p:blipFill>
          <a:blip r:embed="rId4"/>
          <a:stretch/>
        </p:blipFill>
        <p:spPr>
          <a:xfrm>
            <a:off x="6066000" y="3624840"/>
            <a:ext cx="823680" cy="434880"/>
          </a:xfrm>
          <a:prstGeom prst="rect">
            <a:avLst/>
          </a:prstGeom>
          <a:ln w="0">
            <a:noFill/>
          </a:ln>
        </p:spPr>
      </p:pic>
      <p:pic>
        <p:nvPicPr>
          <p:cNvPr id="253" name="Picture 2" descr=""/>
          <p:cNvPicPr/>
          <p:nvPr/>
        </p:nvPicPr>
        <p:blipFill>
          <a:blip r:embed="rId5"/>
          <a:stretch/>
        </p:blipFill>
        <p:spPr>
          <a:xfrm>
            <a:off x="6066000" y="3624840"/>
            <a:ext cx="3049920" cy="3049920"/>
          </a:xfrm>
          <a:prstGeom prst="rect">
            <a:avLst/>
          </a:prstGeom>
          <a:ln w="0">
            <a:noFill/>
          </a:ln>
        </p:spPr>
      </p:pic>
      <p:sp>
        <p:nvSpPr>
          <p:cNvPr id="254" name="CaixaDeTexto 13"/>
          <p:cNvSpPr/>
          <p:nvPr/>
        </p:nvSpPr>
        <p:spPr>
          <a:xfrm>
            <a:off x="200160" y="1509840"/>
            <a:ext cx="951480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CustomShape 1"/>
          <p:cNvSpPr/>
          <p:nvPr/>
        </p:nvSpPr>
        <p:spPr>
          <a:xfrm>
            <a:off x="360000" y="36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CustomShape 2"/>
          <p:cNvSpPr/>
          <p:nvPr/>
        </p:nvSpPr>
        <p:spPr>
          <a:xfrm>
            <a:off x="897120" y="6886080"/>
            <a:ext cx="64422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CustomShape 3"/>
          <p:cNvSpPr/>
          <p:nvPr/>
        </p:nvSpPr>
        <p:spPr>
          <a:xfrm>
            <a:off x="7608600" y="6886080"/>
            <a:ext cx="2280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8" name="Picture 2" descr=""/>
          <p:cNvPicPr/>
          <p:nvPr/>
        </p:nvPicPr>
        <p:blipFill>
          <a:blip r:embed="rId1"/>
          <a:stretch/>
        </p:blipFill>
        <p:spPr>
          <a:xfrm>
            <a:off x="2088360" y="3618000"/>
            <a:ext cx="3065040" cy="3065040"/>
          </a:xfrm>
          <a:prstGeom prst="rect">
            <a:avLst/>
          </a:prstGeom>
          <a:ln w="0">
            <a:noFill/>
          </a:ln>
        </p:spPr>
      </p:pic>
      <p:pic>
        <p:nvPicPr>
          <p:cNvPr id="259" name="Picture 2" descr=""/>
          <p:cNvPicPr/>
          <p:nvPr/>
        </p:nvPicPr>
        <p:blipFill>
          <a:blip r:embed="rId2"/>
          <a:stretch/>
        </p:blipFill>
        <p:spPr>
          <a:xfrm>
            <a:off x="6050880" y="3610080"/>
            <a:ext cx="3065040" cy="3065040"/>
          </a:xfrm>
          <a:prstGeom prst="rect">
            <a:avLst/>
          </a:prstGeom>
          <a:ln w="0">
            <a:noFill/>
          </a:ln>
        </p:spPr>
      </p:pic>
      <p:pic>
        <p:nvPicPr>
          <p:cNvPr id="260" name="Imagem 7" descr=""/>
          <p:cNvPicPr/>
          <p:nvPr/>
        </p:nvPicPr>
        <p:blipFill>
          <a:blip r:embed="rId3"/>
          <a:stretch/>
        </p:blipFill>
        <p:spPr>
          <a:xfrm>
            <a:off x="4569120" y="3459600"/>
            <a:ext cx="776880" cy="765720"/>
          </a:xfrm>
          <a:prstGeom prst="rect">
            <a:avLst/>
          </a:prstGeom>
          <a:ln w="0">
            <a:noFill/>
          </a:ln>
          <a:effectLst>
            <a:glow rad="127080">
              <a:srgbClr val="4f81bd">
                <a:alpha val="0"/>
              </a:srgbClr>
            </a:glow>
            <a:outerShdw algn="ctr" blurRad="50760" dir="5400000" dist="50760" rotWithShape="0">
              <a:srgbClr val="000000">
                <a:alpha val="0"/>
              </a:srgbClr>
            </a:outerShdw>
          </a:effectLst>
        </p:spPr>
      </p:pic>
      <p:sp>
        <p:nvSpPr>
          <p:cNvPr id="261" name="Seta: para a Direita 10"/>
          <p:cNvSpPr/>
          <p:nvPr/>
        </p:nvSpPr>
        <p:spPr>
          <a:xfrm>
            <a:off x="5262480" y="5015160"/>
            <a:ext cx="679320" cy="270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62" name="Imagem 14" descr=""/>
          <p:cNvPicPr/>
          <p:nvPr/>
        </p:nvPicPr>
        <p:blipFill>
          <a:blip r:embed="rId4"/>
          <a:stretch/>
        </p:blipFill>
        <p:spPr>
          <a:xfrm>
            <a:off x="6066000" y="3624840"/>
            <a:ext cx="823680" cy="434880"/>
          </a:xfrm>
          <a:prstGeom prst="rect">
            <a:avLst/>
          </a:prstGeom>
          <a:ln w="0">
            <a:noFill/>
          </a:ln>
        </p:spPr>
      </p:pic>
      <p:pic>
        <p:nvPicPr>
          <p:cNvPr id="263" name="Picture 2" descr=""/>
          <p:cNvPicPr/>
          <p:nvPr/>
        </p:nvPicPr>
        <p:blipFill>
          <a:blip r:embed="rId5"/>
          <a:stretch/>
        </p:blipFill>
        <p:spPr>
          <a:xfrm>
            <a:off x="6066000" y="3624840"/>
            <a:ext cx="3049920" cy="3049920"/>
          </a:xfrm>
          <a:prstGeom prst="rect">
            <a:avLst/>
          </a:prstGeom>
          <a:ln w="0">
            <a:noFill/>
          </a:ln>
        </p:spPr>
      </p:pic>
      <p:pic>
        <p:nvPicPr>
          <p:cNvPr id="264" name="Picture 2" descr=""/>
          <p:cNvPicPr/>
          <p:nvPr/>
        </p:nvPicPr>
        <p:blipFill>
          <a:blip r:embed="rId6"/>
          <a:stretch/>
        </p:blipFill>
        <p:spPr>
          <a:xfrm>
            <a:off x="6104160" y="3634920"/>
            <a:ext cx="3012120" cy="3012120"/>
          </a:xfrm>
          <a:prstGeom prst="rect">
            <a:avLst/>
          </a:prstGeom>
          <a:ln w="0">
            <a:noFill/>
          </a:ln>
        </p:spPr>
      </p:pic>
      <p:sp>
        <p:nvSpPr>
          <p:cNvPr id="265" name="CaixaDeTexto 16"/>
          <p:cNvSpPr/>
          <p:nvPr/>
        </p:nvSpPr>
        <p:spPr>
          <a:xfrm>
            <a:off x="200160" y="1473840"/>
            <a:ext cx="951480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CustomShape 1"/>
          <p:cNvSpPr/>
          <p:nvPr/>
        </p:nvSpPr>
        <p:spPr>
          <a:xfrm>
            <a:off x="360000" y="36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CustomShape 2"/>
          <p:cNvSpPr/>
          <p:nvPr/>
        </p:nvSpPr>
        <p:spPr>
          <a:xfrm>
            <a:off x="897120" y="6886080"/>
            <a:ext cx="64422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CustomShape 3"/>
          <p:cNvSpPr/>
          <p:nvPr/>
        </p:nvSpPr>
        <p:spPr>
          <a:xfrm>
            <a:off x="7608600" y="6886080"/>
            <a:ext cx="2280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9" name="Picture 8" descr="8-Pixel-Connectivity"/>
          <p:cNvPicPr/>
          <p:nvPr/>
        </p:nvPicPr>
        <p:blipFill>
          <a:blip r:embed="rId1"/>
          <a:stretch/>
        </p:blipFill>
        <p:spPr>
          <a:xfrm>
            <a:off x="2678760" y="3449160"/>
            <a:ext cx="668880" cy="659880"/>
          </a:xfrm>
          <a:prstGeom prst="rect">
            <a:avLst/>
          </a:prstGeom>
          <a:ln w="0">
            <a:noFill/>
          </a:ln>
          <a:effectLst>
            <a:reflection algn="bl" dir="5400000" dist="50800" endPos="65000" rotWithShape="0" stA="0" sy="-100000"/>
          </a:effectLst>
        </p:spPr>
      </p:pic>
      <p:pic>
        <p:nvPicPr>
          <p:cNvPr id="270" name="Picture 6" descr=""/>
          <p:cNvPicPr/>
          <p:nvPr/>
        </p:nvPicPr>
        <p:blipFill>
          <a:blip r:embed="rId2"/>
          <a:stretch/>
        </p:blipFill>
        <p:spPr>
          <a:xfrm>
            <a:off x="3349080" y="3577680"/>
            <a:ext cx="3137760" cy="3137760"/>
          </a:xfrm>
          <a:prstGeom prst="rect">
            <a:avLst/>
          </a:prstGeom>
          <a:ln w="0">
            <a:noFill/>
          </a:ln>
        </p:spPr>
      </p:pic>
      <p:sp>
        <p:nvSpPr>
          <p:cNvPr id="271" name="CaixaDeTexto 13"/>
          <p:cNvSpPr/>
          <p:nvPr/>
        </p:nvSpPr>
        <p:spPr>
          <a:xfrm>
            <a:off x="200160" y="1581840"/>
            <a:ext cx="951480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CustomShape 1"/>
          <p:cNvSpPr/>
          <p:nvPr/>
        </p:nvSpPr>
        <p:spPr>
          <a:xfrm>
            <a:off x="360000" y="36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CustomShape 2"/>
          <p:cNvSpPr/>
          <p:nvPr/>
        </p:nvSpPr>
        <p:spPr>
          <a:xfrm>
            <a:off x="897120" y="6886080"/>
            <a:ext cx="64422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CustomShape 3"/>
          <p:cNvSpPr/>
          <p:nvPr/>
        </p:nvSpPr>
        <p:spPr>
          <a:xfrm>
            <a:off x="7608600" y="6886080"/>
            <a:ext cx="2280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5" name="Picture 8" descr="8-Pixel-Connectivity"/>
          <p:cNvPicPr/>
          <p:nvPr/>
        </p:nvPicPr>
        <p:blipFill>
          <a:blip r:embed="rId1"/>
          <a:stretch/>
        </p:blipFill>
        <p:spPr>
          <a:xfrm>
            <a:off x="2678760" y="3921840"/>
            <a:ext cx="668880" cy="659880"/>
          </a:xfrm>
          <a:prstGeom prst="rect">
            <a:avLst/>
          </a:prstGeom>
          <a:ln w="0">
            <a:noFill/>
          </a:ln>
          <a:effectLst>
            <a:reflection algn="bl" dir="5400000" dist="50800" endPos="65000" rotWithShape="0" stA="0" sy="-100000"/>
          </a:effectLst>
        </p:spPr>
      </p:pic>
      <p:pic>
        <p:nvPicPr>
          <p:cNvPr id="276" name="Picture 6" descr=""/>
          <p:cNvPicPr/>
          <p:nvPr/>
        </p:nvPicPr>
        <p:blipFill>
          <a:blip r:embed="rId2"/>
          <a:stretch/>
        </p:blipFill>
        <p:spPr>
          <a:xfrm>
            <a:off x="3349080" y="3577680"/>
            <a:ext cx="3137760" cy="3137760"/>
          </a:xfrm>
          <a:prstGeom prst="rect">
            <a:avLst/>
          </a:prstGeom>
          <a:ln w="0">
            <a:noFill/>
          </a:ln>
        </p:spPr>
      </p:pic>
      <p:pic>
        <p:nvPicPr>
          <p:cNvPr id="277" name="Picture 2" descr=""/>
          <p:cNvPicPr/>
          <p:nvPr/>
        </p:nvPicPr>
        <p:blipFill>
          <a:blip r:embed="rId3"/>
          <a:stretch/>
        </p:blipFill>
        <p:spPr>
          <a:xfrm>
            <a:off x="3349080" y="3577680"/>
            <a:ext cx="3137760" cy="3137760"/>
          </a:xfrm>
          <a:prstGeom prst="rect">
            <a:avLst/>
          </a:prstGeom>
          <a:ln w="0">
            <a:noFill/>
          </a:ln>
        </p:spPr>
      </p:pic>
      <p:sp>
        <p:nvSpPr>
          <p:cNvPr id="278" name="CaixaDeTexto 13"/>
          <p:cNvSpPr/>
          <p:nvPr/>
        </p:nvSpPr>
        <p:spPr>
          <a:xfrm>
            <a:off x="200160" y="1689840"/>
            <a:ext cx="9514800" cy="365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CustomShape 1"/>
          <p:cNvSpPr/>
          <p:nvPr/>
        </p:nvSpPr>
        <p:spPr>
          <a:xfrm>
            <a:off x="360000" y="36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CustomShape 2"/>
          <p:cNvSpPr/>
          <p:nvPr/>
        </p:nvSpPr>
        <p:spPr>
          <a:xfrm>
            <a:off x="897120" y="6886080"/>
            <a:ext cx="64422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CustomShape 3"/>
          <p:cNvSpPr/>
          <p:nvPr/>
        </p:nvSpPr>
        <p:spPr>
          <a:xfrm>
            <a:off x="7608600" y="6886080"/>
            <a:ext cx="2280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2" name="Picture 8" descr="8-Pixel-Connectivity"/>
          <p:cNvPicPr/>
          <p:nvPr/>
        </p:nvPicPr>
        <p:blipFill>
          <a:blip r:embed="rId1"/>
          <a:stretch/>
        </p:blipFill>
        <p:spPr>
          <a:xfrm>
            <a:off x="2678760" y="4199400"/>
            <a:ext cx="668880" cy="659880"/>
          </a:xfrm>
          <a:prstGeom prst="rect">
            <a:avLst/>
          </a:prstGeom>
          <a:ln w="0">
            <a:noFill/>
          </a:ln>
          <a:effectLst>
            <a:reflection algn="bl" dir="5400000" dist="50800" endPos="65000" rotWithShape="0" stA="0" sy="-100000"/>
          </a:effectLst>
        </p:spPr>
      </p:pic>
      <p:pic>
        <p:nvPicPr>
          <p:cNvPr id="283" name="Picture 6" descr=""/>
          <p:cNvPicPr/>
          <p:nvPr/>
        </p:nvPicPr>
        <p:blipFill>
          <a:blip r:embed="rId2"/>
          <a:stretch/>
        </p:blipFill>
        <p:spPr>
          <a:xfrm>
            <a:off x="3349080" y="3577680"/>
            <a:ext cx="3137760" cy="3137760"/>
          </a:xfrm>
          <a:prstGeom prst="rect">
            <a:avLst/>
          </a:prstGeom>
          <a:ln w="0">
            <a:noFill/>
          </a:ln>
        </p:spPr>
      </p:pic>
      <p:pic>
        <p:nvPicPr>
          <p:cNvPr id="284" name="Picture 2" descr=""/>
          <p:cNvPicPr/>
          <p:nvPr/>
        </p:nvPicPr>
        <p:blipFill>
          <a:blip r:embed="rId3"/>
          <a:stretch/>
        </p:blipFill>
        <p:spPr>
          <a:xfrm>
            <a:off x="3380040" y="3577680"/>
            <a:ext cx="4689000" cy="3125520"/>
          </a:xfrm>
          <a:prstGeom prst="rect">
            <a:avLst/>
          </a:prstGeom>
          <a:ln w="0">
            <a:noFill/>
          </a:ln>
        </p:spPr>
      </p:pic>
      <p:sp>
        <p:nvSpPr>
          <p:cNvPr id="285" name="Retângulo 2"/>
          <p:cNvSpPr/>
          <p:nvPr/>
        </p:nvSpPr>
        <p:spPr>
          <a:xfrm>
            <a:off x="6811560" y="3565440"/>
            <a:ext cx="2423880" cy="3125520"/>
          </a:xfrm>
          <a:prstGeom prst="rect">
            <a:avLst/>
          </a:prstGeom>
          <a:solidFill>
            <a:schemeClr val="accent1">
              <a:alpha val="14000"/>
            </a:schemeClr>
          </a:solidFill>
          <a:ln>
            <a:solidFill>
              <a:srgbClr val="3a5f8b">
                <a:alpha val="4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6" name="CaixaDeTexto 3"/>
          <p:cNvSpPr/>
          <p:nvPr/>
        </p:nvSpPr>
        <p:spPr>
          <a:xfrm>
            <a:off x="7437600" y="3222360"/>
            <a:ext cx="1208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Union-Find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eta: para a Esquerda 10"/>
          <p:cNvSpPr/>
          <p:nvPr/>
        </p:nvSpPr>
        <p:spPr>
          <a:xfrm>
            <a:off x="7691040" y="4030920"/>
            <a:ext cx="819360" cy="334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" name="Seta: para Baixo 4"/>
          <p:cNvSpPr/>
          <p:nvPr/>
        </p:nvSpPr>
        <p:spPr>
          <a:xfrm>
            <a:off x="7971120" y="2885760"/>
            <a:ext cx="259200" cy="367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9" name="CaixaDeTexto 5"/>
          <p:cNvSpPr/>
          <p:nvPr/>
        </p:nvSpPr>
        <p:spPr>
          <a:xfrm>
            <a:off x="7176960" y="2358360"/>
            <a:ext cx="1847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Adjacent labels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CaixaDeTexto 15"/>
          <p:cNvSpPr/>
          <p:nvPr/>
        </p:nvSpPr>
        <p:spPr>
          <a:xfrm>
            <a:off x="200160" y="1689840"/>
            <a:ext cx="9514800" cy="39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CustomShape 1"/>
          <p:cNvSpPr/>
          <p:nvPr/>
        </p:nvSpPr>
        <p:spPr>
          <a:xfrm>
            <a:off x="360000" y="36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CustomShape 2"/>
          <p:cNvSpPr/>
          <p:nvPr/>
        </p:nvSpPr>
        <p:spPr>
          <a:xfrm>
            <a:off x="897120" y="6886080"/>
            <a:ext cx="64422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CustomShape 3"/>
          <p:cNvSpPr/>
          <p:nvPr/>
        </p:nvSpPr>
        <p:spPr>
          <a:xfrm>
            <a:off x="7608600" y="6886080"/>
            <a:ext cx="2280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4" name="Picture 8" descr="8-Pixel-Connectivity"/>
          <p:cNvPicPr/>
          <p:nvPr/>
        </p:nvPicPr>
        <p:blipFill>
          <a:blip r:embed="rId1"/>
          <a:stretch/>
        </p:blipFill>
        <p:spPr>
          <a:xfrm>
            <a:off x="2678760" y="4601520"/>
            <a:ext cx="668880" cy="659880"/>
          </a:xfrm>
          <a:prstGeom prst="rect">
            <a:avLst/>
          </a:prstGeom>
          <a:ln w="0">
            <a:noFill/>
          </a:ln>
          <a:effectLst>
            <a:reflection algn="bl" dir="5400000" dist="50800" endPos="65000" rotWithShape="0" stA="0" sy="-100000"/>
          </a:effectLst>
        </p:spPr>
      </p:pic>
      <p:pic>
        <p:nvPicPr>
          <p:cNvPr id="295" name="Picture 6" descr=""/>
          <p:cNvPicPr/>
          <p:nvPr/>
        </p:nvPicPr>
        <p:blipFill>
          <a:blip r:embed="rId2"/>
          <a:stretch/>
        </p:blipFill>
        <p:spPr>
          <a:xfrm>
            <a:off x="3349080" y="3577680"/>
            <a:ext cx="3137760" cy="3137760"/>
          </a:xfrm>
          <a:prstGeom prst="rect">
            <a:avLst/>
          </a:prstGeom>
          <a:ln w="0">
            <a:noFill/>
          </a:ln>
        </p:spPr>
      </p:pic>
      <p:pic>
        <p:nvPicPr>
          <p:cNvPr id="296" name="Imagem 3" descr=""/>
          <p:cNvPicPr/>
          <p:nvPr/>
        </p:nvPicPr>
        <p:blipFill>
          <a:blip r:embed="rId3"/>
          <a:stretch/>
        </p:blipFill>
        <p:spPr>
          <a:xfrm>
            <a:off x="3349080" y="3593160"/>
            <a:ext cx="4086000" cy="3122280"/>
          </a:xfrm>
          <a:prstGeom prst="rect">
            <a:avLst/>
          </a:prstGeom>
          <a:ln w="0">
            <a:noFill/>
          </a:ln>
        </p:spPr>
      </p:pic>
      <p:sp>
        <p:nvSpPr>
          <p:cNvPr id="297" name="Retângulo 10"/>
          <p:cNvSpPr/>
          <p:nvPr/>
        </p:nvSpPr>
        <p:spPr>
          <a:xfrm>
            <a:off x="6811560" y="3565440"/>
            <a:ext cx="2423880" cy="3125520"/>
          </a:xfrm>
          <a:prstGeom prst="rect">
            <a:avLst/>
          </a:prstGeom>
          <a:solidFill>
            <a:schemeClr val="accent1">
              <a:alpha val="14000"/>
            </a:schemeClr>
          </a:solidFill>
          <a:ln>
            <a:solidFill>
              <a:srgbClr val="3a5f8b">
                <a:alpha val="4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" name="CaixaDeTexto 13"/>
          <p:cNvSpPr/>
          <p:nvPr/>
        </p:nvSpPr>
        <p:spPr>
          <a:xfrm>
            <a:off x="7437600" y="3222360"/>
            <a:ext cx="1208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Union-Find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CaixaDeTexto 15"/>
          <p:cNvSpPr/>
          <p:nvPr/>
        </p:nvSpPr>
        <p:spPr>
          <a:xfrm>
            <a:off x="200160" y="1689840"/>
            <a:ext cx="9514800" cy="420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CustomShape 1"/>
          <p:cNvSpPr/>
          <p:nvPr/>
        </p:nvSpPr>
        <p:spPr>
          <a:xfrm>
            <a:off x="360000" y="36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CustomShape 2"/>
          <p:cNvSpPr/>
          <p:nvPr/>
        </p:nvSpPr>
        <p:spPr>
          <a:xfrm>
            <a:off x="897120" y="6886080"/>
            <a:ext cx="64422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CustomShape 3"/>
          <p:cNvSpPr/>
          <p:nvPr/>
        </p:nvSpPr>
        <p:spPr>
          <a:xfrm>
            <a:off x="7608600" y="6886080"/>
            <a:ext cx="2280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3" name="Picture 8" descr="8-Pixel-Connectivity"/>
          <p:cNvPicPr/>
          <p:nvPr/>
        </p:nvPicPr>
        <p:blipFill>
          <a:blip r:embed="rId1"/>
          <a:stretch/>
        </p:blipFill>
        <p:spPr>
          <a:xfrm>
            <a:off x="2678760" y="4998240"/>
            <a:ext cx="668880" cy="659880"/>
          </a:xfrm>
          <a:prstGeom prst="rect">
            <a:avLst/>
          </a:prstGeom>
          <a:ln w="0">
            <a:noFill/>
          </a:ln>
          <a:effectLst>
            <a:reflection algn="bl" dir="5400000" dist="50800" endPos="65000" rotWithShape="0" stA="0" sy="-100000"/>
          </a:effectLst>
        </p:spPr>
      </p:pic>
      <p:pic>
        <p:nvPicPr>
          <p:cNvPr id="304" name="Picture 6" descr=""/>
          <p:cNvPicPr/>
          <p:nvPr/>
        </p:nvPicPr>
        <p:blipFill>
          <a:blip r:embed="rId2"/>
          <a:stretch/>
        </p:blipFill>
        <p:spPr>
          <a:xfrm>
            <a:off x="3349080" y="3577680"/>
            <a:ext cx="3137760" cy="3137760"/>
          </a:xfrm>
          <a:prstGeom prst="rect">
            <a:avLst/>
          </a:prstGeom>
          <a:ln w="0">
            <a:noFill/>
          </a:ln>
        </p:spPr>
      </p:pic>
      <p:pic>
        <p:nvPicPr>
          <p:cNvPr id="305" name="Imagem 3" descr=""/>
          <p:cNvPicPr/>
          <p:nvPr/>
        </p:nvPicPr>
        <p:blipFill>
          <a:blip r:embed="rId3"/>
          <a:stretch/>
        </p:blipFill>
        <p:spPr>
          <a:xfrm>
            <a:off x="3349080" y="3593160"/>
            <a:ext cx="4086000" cy="3122280"/>
          </a:xfrm>
          <a:prstGeom prst="rect">
            <a:avLst/>
          </a:prstGeom>
          <a:ln w="0">
            <a:noFill/>
          </a:ln>
        </p:spPr>
      </p:pic>
      <p:pic>
        <p:nvPicPr>
          <p:cNvPr id="306" name="Imagem 4" descr=""/>
          <p:cNvPicPr/>
          <p:nvPr/>
        </p:nvPicPr>
        <p:blipFill>
          <a:blip r:embed="rId4"/>
          <a:stretch/>
        </p:blipFill>
        <p:spPr>
          <a:xfrm>
            <a:off x="3349080" y="3596400"/>
            <a:ext cx="4086000" cy="3168000"/>
          </a:xfrm>
          <a:prstGeom prst="rect">
            <a:avLst/>
          </a:prstGeom>
          <a:ln w="0">
            <a:noFill/>
          </a:ln>
        </p:spPr>
      </p:pic>
      <p:sp>
        <p:nvSpPr>
          <p:cNvPr id="307" name="Retângulo 13"/>
          <p:cNvSpPr/>
          <p:nvPr/>
        </p:nvSpPr>
        <p:spPr>
          <a:xfrm>
            <a:off x="6811560" y="3565440"/>
            <a:ext cx="2423880" cy="3125520"/>
          </a:xfrm>
          <a:prstGeom prst="rect">
            <a:avLst/>
          </a:prstGeom>
          <a:solidFill>
            <a:schemeClr val="accent1">
              <a:alpha val="14000"/>
            </a:schemeClr>
          </a:solidFill>
          <a:ln>
            <a:solidFill>
              <a:srgbClr val="3a5f8b">
                <a:alpha val="4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8" name="CaixaDeTexto 14"/>
          <p:cNvSpPr/>
          <p:nvPr/>
        </p:nvSpPr>
        <p:spPr>
          <a:xfrm>
            <a:off x="7437600" y="3222360"/>
            <a:ext cx="1208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Union-Find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CaixaDeTexto 16"/>
          <p:cNvSpPr/>
          <p:nvPr/>
        </p:nvSpPr>
        <p:spPr>
          <a:xfrm>
            <a:off x="200160" y="1689840"/>
            <a:ext cx="9514800" cy="47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CustomShape 1"/>
          <p:cNvSpPr/>
          <p:nvPr/>
        </p:nvSpPr>
        <p:spPr>
          <a:xfrm>
            <a:off x="360000" y="36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CustomShape 2"/>
          <p:cNvSpPr/>
          <p:nvPr/>
        </p:nvSpPr>
        <p:spPr>
          <a:xfrm>
            <a:off x="897120" y="6886080"/>
            <a:ext cx="64422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CustomShape 3"/>
          <p:cNvSpPr/>
          <p:nvPr/>
        </p:nvSpPr>
        <p:spPr>
          <a:xfrm>
            <a:off x="7608600" y="6886080"/>
            <a:ext cx="2280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3" name="Picture 8" descr="8-Pixel-Connectivity"/>
          <p:cNvPicPr/>
          <p:nvPr/>
        </p:nvPicPr>
        <p:blipFill>
          <a:blip r:embed="rId1"/>
          <a:stretch/>
        </p:blipFill>
        <p:spPr>
          <a:xfrm>
            <a:off x="2678760" y="5430240"/>
            <a:ext cx="668880" cy="659880"/>
          </a:xfrm>
          <a:prstGeom prst="rect">
            <a:avLst/>
          </a:prstGeom>
          <a:ln w="0">
            <a:noFill/>
          </a:ln>
          <a:effectLst>
            <a:reflection algn="bl" dir="5400000" dist="50800" endPos="65000" rotWithShape="0" stA="0" sy="-100000"/>
          </a:effectLst>
        </p:spPr>
      </p:pic>
      <p:pic>
        <p:nvPicPr>
          <p:cNvPr id="314" name="Picture 6" descr=""/>
          <p:cNvPicPr/>
          <p:nvPr/>
        </p:nvPicPr>
        <p:blipFill>
          <a:blip r:embed="rId2"/>
          <a:stretch/>
        </p:blipFill>
        <p:spPr>
          <a:xfrm>
            <a:off x="3349080" y="3577680"/>
            <a:ext cx="3137760" cy="3137760"/>
          </a:xfrm>
          <a:prstGeom prst="rect">
            <a:avLst/>
          </a:prstGeom>
          <a:ln w="0">
            <a:noFill/>
          </a:ln>
        </p:spPr>
      </p:pic>
      <p:pic>
        <p:nvPicPr>
          <p:cNvPr id="315" name="Imagem 3" descr=""/>
          <p:cNvPicPr/>
          <p:nvPr/>
        </p:nvPicPr>
        <p:blipFill>
          <a:blip r:embed="rId3"/>
          <a:stretch/>
        </p:blipFill>
        <p:spPr>
          <a:xfrm>
            <a:off x="3349080" y="3593160"/>
            <a:ext cx="4086000" cy="3122280"/>
          </a:xfrm>
          <a:prstGeom prst="rect">
            <a:avLst/>
          </a:prstGeom>
          <a:ln w="0">
            <a:noFill/>
          </a:ln>
        </p:spPr>
      </p:pic>
      <p:pic>
        <p:nvPicPr>
          <p:cNvPr id="316" name="Imagem 4" descr=""/>
          <p:cNvPicPr/>
          <p:nvPr/>
        </p:nvPicPr>
        <p:blipFill>
          <a:blip r:embed="rId4"/>
          <a:stretch/>
        </p:blipFill>
        <p:spPr>
          <a:xfrm>
            <a:off x="3349080" y="3596400"/>
            <a:ext cx="4086000" cy="3168000"/>
          </a:xfrm>
          <a:prstGeom prst="rect">
            <a:avLst/>
          </a:prstGeom>
          <a:ln w="0">
            <a:noFill/>
          </a:ln>
        </p:spPr>
      </p:pic>
      <p:pic>
        <p:nvPicPr>
          <p:cNvPr id="317" name="Imagem 5" descr=""/>
          <p:cNvPicPr/>
          <p:nvPr/>
        </p:nvPicPr>
        <p:blipFill>
          <a:blip r:embed="rId5"/>
          <a:stretch/>
        </p:blipFill>
        <p:spPr>
          <a:xfrm>
            <a:off x="3349080" y="3593160"/>
            <a:ext cx="3178800" cy="3168000"/>
          </a:xfrm>
          <a:prstGeom prst="rect">
            <a:avLst/>
          </a:prstGeom>
          <a:ln w="0">
            <a:noFill/>
          </a:ln>
        </p:spPr>
      </p:pic>
      <p:sp>
        <p:nvSpPr>
          <p:cNvPr id="318" name="Retângulo 11"/>
          <p:cNvSpPr/>
          <p:nvPr/>
        </p:nvSpPr>
        <p:spPr>
          <a:xfrm>
            <a:off x="6811560" y="3565440"/>
            <a:ext cx="2423880" cy="3125520"/>
          </a:xfrm>
          <a:prstGeom prst="rect">
            <a:avLst/>
          </a:prstGeom>
          <a:solidFill>
            <a:schemeClr val="accent1">
              <a:alpha val="14000"/>
            </a:schemeClr>
          </a:solidFill>
          <a:ln>
            <a:solidFill>
              <a:srgbClr val="3a5f8b">
                <a:alpha val="4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9" name="CaixaDeTexto 13"/>
          <p:cNvSpPr/>
          <p:nvPr/>
        </p:nvSpPr>
        <p:spPr>
          <a:xfrm>
            <a:off x="7437600" y="3222360"/>
            <a:ext cx="1208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Union-Find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CaixaDeTexto 16"/>
          <p:cNvSpPr/>
          <p:nvPr/>
        </p:nvSpPr>
        <p:spPr>
          <a:xfrm>
            <a:off x="200160" y="1689840"/>
            <a:ext cx="9514800" cy="50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CustomShape 1"/>
          <p:cNvSpPr/>
          <p:nvPr/>
        </p:nvSpPr>
        <p:spPr>
          <a:xfrm>
            <a:off x="360000" y="36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CustomShape 2"/>
          <p:cNvSpPr/>
          <p:nvPr/>
        </p:nvSpPr>
        <p:spPr>
          <a:xfrm>
            <a:off x="897120" y="6886080"/>
            <a:ext cx="64422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CustomShape 3"/>
          <p:cNvSpPr/>
          <p:nvPr/>
        </p:nvSpPr>
        <p:spPr>
          <a:xfrm>
            <a:off x="7608600" y="6886080"/>
            <a:ext cx="2280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4" name="Picture 8" descr="8-Pixel-Connectivity"/>
          <p:cNvPicPr/>
          <p:nvPr/>
        </p:nvPicPr>
        <p:blipFill>
          <a:blip r:embed="rId1"/>
          <a:stretch/>
        </p:blipFill>
        <p:spPr>
          <a:xfrm>
            <a:off x="2671920" y="5869800"/>
            <a:ext cx="668880" cy="659880"/>
          </a:xfrm>
          <a:prstGeom prst="rect">
            <a:avLst/>
          </a:prstGeom>
          <a:ln w="0">
            <a:noFill/>
          </a:ln>
          <a:effectLst>
            <a:reflection algn="bl" dir="5400000" dist="50800" endPos="65000" rotWithShape="0" stA="0" sy="-100000"/>
          </a:effectLst>
        </p:spPr>
      </p:pic>
      <p:pic>
        <p:nvPicPr>
          <p:cNvPr id="325" name="Picture 6" descr=""/>
          <p:cNvPicPr/>
          <p:nvPr/>
        </p:nvPicPr>
        <p:blipFill>
          <a:blip r:embed="rId2"/>
          <a:stretch/>
        </p:blipFill>
        <p:spPr>
          <a:xfrm>
            <a:off x="3349080" y="3577680"/>
            <a:ext cx="3137760" cy="3137760"/>
          </a:xfrm>
          <a:prstGeom prst="rect">
            <a:avLst/>
          </a:prstGeom>
          <a:ln w="0">
            <a:noFill/>
          </a:ln>
        </p:spPr>
      </p:pic>
      <p:pic>
        <p:nvPicPr>
          <p:cNvPr id="326" name="Imagem 3" descr=""/>
          <p:cNvPicPr/>
          <p:nvPr/>
        </p:nvPicPr>
        <p:blipFill>
          <a:blip r:embed="rId3"/>
          <a:stretch/>
        </p:blipFill>
        <p:spPr>
          <a:xfrm>
            <a:off x="3349080" y="3593160"/>
            <a:ext cx="4086000" cy="3122280"/>
          </a:xfrm>
          <a:prstGeom prst="rect">
            <a:avLst/>
          </a:prstGeom>
          <a:ln w="0">
            <a:noFill/>
          </a:ln>
        </p:spPr>
      </p:pic>
      <p:pic>
        <p:nvPicPr>
          <p:cNvPr id="327" name="Imagem 4" descr=""/>
          <p:cNvPicPr/>
          <p:nvPr/>
        </p:nvPicPr>
        <p:blipFill>
          <a:blip r:embed="rId4"/>
          <a:stretch/>
        </p:blipFill>
        <p:spPr>
          <a:xfrm>
            <a:off x="3349080" y="3596400"/>
            <a:ext cx="4086000" cy="3168000"/>
          </a:xfrm>
          <a:prstGeom prst="rect">
            <a:avLst/>
          </a:prstGeom>
          <a:ln w="0">
            <a:noFill/>
          </a:ln>
        </p:spPr>
      </p:pic>
      <p:pic>
        <p:nvPicPr>
          <p:cNvPr id="328" name="Picture 2" descr=""/>
          <p:cNvPicPr/>
          <p:nvPr/>
        </p:nvPicPr>
        <p:blipFill>
          <a:blip r:embed="rId5"/>
          <a:stretch/>
        </p:blipFill>
        <p:spPr>
          <a:xfrm>
            <a:off x="3342240" y="3593160"/>
            <a:ext cx="4806360" cy="3204000"/>
          </a:xfrm>
          <a:prstGeom prst="rect">
            <a:avLst/>
          </a:prstGeom>
          <a:ln w="0">
            <a:noFill/>
          </a:ln>
        </p:spPr>
      </p:pic>
      <p:sp>
        <p:nvSpPr>
          <p:cNvPr id="329" name="Seta: para a Esquerda 2"/>
          <p:cNvSpPr/>
          <p:nvPr/>
        </p:nvSpPr>
        <p:spPr>
          <a:xfrm>
            <a:off x="7739640" y="5198400"/>
            <a:ext cx="819360" cy="334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" name="Retângulo 15"/>
          <p:cNvSpPr/>
          <p:nvPr/>
        </p:nvSpPr>
        <p:spPr>
          <a:xfrm>
            <a:off x="6811560" y="3565440"/>
            <a:ext cx="2423880" cy="3125520"/>
          </a:xfrm>
          <a:prstGeom prst="rect">
            <a:avLst/>
          </a:prstGeom>
          <a:solidFill>
            <a:schemeClr val="accent1">
              <a:alpha val="14000"/>
            </a:schemeClr>
          </a:solidFill>
          <a:ln>
            <a:solidFill>
              <a:srgbClr val="3a5f8b">
                <a:alpha val="4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1" name="CaixaDeTexto 16"/>
          <p:cNvSpPr/>
          <p:nvPr/>
        </p:nvSpPr>
        <p:spPr>
          <a:xfrm>
            <a:off x="7437600" y="3222360"/>
            <a:ext cx="1208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Union-Find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CaixaDeTexto 17"/>
          <p:cNvSpPr/>
          <p:nvPr/>
        </p:nvSpPr>
        <p:spPr>
          <a:xfrm>
            <a:off x="200160" y="1689840"/>
            <a:ext cx="9514800" cy="55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#7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CustomShape 1"/>
          <p:cNvSpPr/>
          <p:nvPr/>
        </p:nvSpPr>
        <p:spPr>
          <a:xfrm>
            <a:off x="360000" y="36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CustomShape 2"/>
          <p:cNvSpPr/>
          <p:nvPr/>
        </p:nvSpPr>
        <p:spPr>
          <a:xfrm>
            <a:off x="897120" y="6886080"/>
            <a:ext cx="64422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CustomShape 3"/>
          <p:cNvSpPr/>
          <p:nvPr/>
        </p:nvSpPr>
        <p:spPr>
          <a:xfrm>
            <a:off x="7608600" y="6886080"/>
            <a:ext cx="2280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6" name="Picture 8" descr="8-Pixel-Connectivity"/>
          <p:cNvPicPr/>
          <p:nvPr/>
        </p:nvPicPr>
        <p:blipFill>
          <a:blip r:embed="rId1"/>
          <a:stretch/>
        </p:blipFill>
        <p:spPr>
          <a:xfrm>
            <a:off x="2690640" y="6193440"/>
            <a:ext cx="668880" cy="659880"/>
          </a:xfrm>
          <a:prstGeom prst="rect">
            <a:avLst/>
          </a:prstGeom>
          <a:ln w="0">
            <a:noFill/>
          </a:ln>
          <a:effectLst>
            <a:reflection algn="bl" dir="5400000" dist="50800" endPos="65000" rotWithShape="0" stA="0" sy="-100000"/>
          </a:effectLst>
        </p:spPr>
      </p:pic>
      <p:pic>
        <p:nvPicPr>
          <p:cNvPr id="337" name="Picture 6" descr=""/>
          <p:cNvPicPr/>
          <p:nvPr/>
        </p:nvPicPr>
        <p:blipFill>
          <a:blip r:embed="rId2"/>
          <a:stretch/>
        </p:blipFill>
        <p:spPr>
          <a:xfrm>
            <a:off x="3349080" y="3577680"/>
            <a:ext cx="3137760" cy="3137760"/>
          </a:xfrm>
          <a:prstGeom prst="rect">
            <a:avLst/>
          </a:prstGeom>
          <a:ln w="0">
            <a:noFill/>
          </a:ln>
        </p:spPr>
      </p:pic>
      <p:pic>
        <p:nvPicPr>
          <p:cNvPr id="338" name="Imagem 3" descr=""/>
          <p:cNvPicPr/>
          <p:nvPr/>
        </p:nvPicPr>
        <p:blipFill>
          <a:blip r:embed="rId3"/>
          <a:stretch/>
        </p:blipFill>
        <p:spPr>
          <a:xfrm>
            <a:off x="3349080" y="3593160"/>
            <a:ext cx="4086000" cy="3122280"/>
          </a:xfrm>
          <a:prstGeom prst="rect">
            <a:avLst/>
          </a:prstGeom>
          <a:ln w="0">
            <a:noFill/>
          </a:ln>
        </p:spPr>
      </p:pic>
      <p:pic>
        <p:nvPicPr>
          <p:cNvPr id="339" name="Imagem 4" descr=""/>
          <p:cNvPicPr/>
          <p:nvPr/>
        </p:nvPicPr>
        <p:blipFill>
          <a:blip r:embed="rId4"/>
          <a:stretch/>
        </p:blipFill>
        <p:spPr>
          <a:xfrm>
            <a:off x="3349080" y="3596400"/>
            <a:ext cx="4086000" cy="3168000"/>
          </a:xfrm>
          <a:prstGeom prst="rect">
            <a:avLst/>
          </a:prstGeom>
          <a:ln w="0">
            <a:noFill/>
          </a:ln>
        </p:spPr>
      </p:pic>
      <p:pic>
        <p:nvPicPr>
          <p:cNvPr id="340" name="Picture 2" descr=""/>
          <p:cNvPicPr/>
          <p:nvPr/>
        </p:nvPicPr>
        <p:blipFill>
          <a:blip r:embed="rId5"/>
          <a:stretch/>
        </p:blipFill>
        <p:spPr>
          <a:xfrm>
            <a:off x="3342240" y="3593160"/>
            <a:ext cx="4806360" cy="3204000"/>
          </a:xfrm>
          <a:prstGeom prst="rect">
            <a:avLst/>
          </a:prstGeom>
          <a:ln w="0">
            <a:noFill/>
          </a:ln>
        </p:spPr>
      </p:pic>
      <p:sp>
        <p:nvSpPr>
          <p:cNvPr id="341" name="Seta: para a Esquerda 2"/>
          <p:cNvSpPr/>
          <p:nvPr/>
        </p:nvSpPr>
        <p:spPr>
          <a:xfrm>
            <a:off x="7581240" y="6025320"/>
            <a:ext cx="819360" cy="334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2" name="CaixaDeTexto 16"/>
          <p:cNvSpPr/>
          <p:nvPr/>
        </p:nvSpPr>
        <p:spPr>
          <a:xfrm>
            <a:off x="7437600" y="3222360"/>
            <a:ext cx="1208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Union-Find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3" name="Imagem 6" descr=""/>
          <p:cNvPicPr/>
          <p:nvPr/>
        </p:nvPicPr>
        <p:blipFill>
          <a:blip r:embed="rId6"/>
          <a:stretch/>
        </p:blipFill>
        <p:spPr>
          <a:xfrm>
            <a:off x="3351960" y="3591720"/>
            <a:ext cx="4077000" cy="3169440"/>
          </a:xfrm>
          <a:prstGeom prst="rect">
            <a:avLst/>
          </a:prstGeom>
          <a:ln w="0">
            <a:noFill/>
          </a:ln>
        </p:spPr>
      </p:pic>
      <p:sp>
        <p:nvSpPr>
          <p:cNvPr id="344" name="Retângulo 17"/>
          <p:cNvSpPr/>
          <p:nvPr/>
        </p:nvSpPr>
        <p:spPr>
          <a:xfrm>
            <a:off x="6811560" y="3565440"/>
            <a:ext cx="2423880" cy="3125520"/>
          </a:xfrm>
          <a:prstGeom prst="rect">
            <a:avLst/>
          </a:prstGeom>
          <a:solidFill>
            <a:schemeClr val="accent1">
              <a:alpha val="14000"/>
            </a:schemeClr>
          </a:solidFill>
          <a:ln>
            <a:solidFill>
              <a:srgbClr val="3a5f8b">
                <a:alpha val="4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5" name="CaixaDeTexto 15"/>
          <p:cNvSpPr/>
          <p:nvPr/>
        </p:nvSpPr>
        <p:spPr>
          <a:xfrm>
            <a:off x="200160" y="1689840"/>
            <a:ext cx="9514800" cy="58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#1: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Row #8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CustomShape 1"/>
          <p:cNvSpPr/>
          <p:nvPr/>
        </p:nvSpPr>
        <p:spPr>
          <a:xfrm>
            <a:off x="360000" y="36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Row by Row Algorithm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CustomShape 2"/>
          <p:cNvSpPr/>
          <p:nvPr/>
        </p:nvSpPr>
        <p:spPr>
          <a:xfrm>
            <a:off x="897120" y="6886080"/>
            <a:ext cx="64422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CustomShape 3"/>
          <p:cNvSpPr/>
          <p:nvPr/>
        </p:nvSpPr>
        <p:spPr>
          <a:xfrm>
            <a:off x="7608600" y="6886080"/>
            <a:ext cx="2280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CaixaDeTexto 1"/>
          <p:cNvSpPr/>
          <p:nvPr/>
        </p:nvSpPr>
        <p:spPr>
          <a:xfrm>
            <a:off x="200160" y="1689840"/>
            <a:ext cx="951480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Sliding a connectivity kernel , row by row ( 2 passes)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 center falls in a non-zero pixel, label it!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Labeling: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If there are no labeled pixels connected, attribute a new label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Otherwise, attribute to it the neighbor´s label.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002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 Union-Find structure control adjacent labels (Union-Find)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Pass #2: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Resolve Union-Find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CaixaDeTexto 16"/>
          <p:cNvSpPr/>
          <p:nvPr/>
        </p:nvSpPr>
        <p:spPr>
          <a:xfrm>
            <a:off x="5435640" y="3461040"/>
            <a:ext cx="1208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Union-Find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1" name="Imagem 6" descr=""/>
          <p:cNvPicPr/>
          <p:nvPr/>
        </p:nvPicPr>
        <p:blipFill>
          <a:blip r:embed="rId1"/>
          <a:stretch/>
        </p:blipFill>
        <p:spPr>
          <a:xfrm>
            <a:off x="2627280" y="3835800"/>
            <a:ext cx="3490200" cy="2713320"/>
          </a:xfrm>
          <a:prstGeom prst="rect">
            <a:avLst/>
          </a:prstGeom>
          <a:ln w="0">
            <a:noFill/>
          </a:ln>
        </p:spPr>
      </p:pic>
      <p:sp>
        <p:nvSpPr>
          <p:cNvPr id="352" name="Retângulo 14"/>
          <p:cNvSpPr/>
          <p:nvPr/>
        </p:nvSpPr>
        <p:spPr>
          <a:xfrm>
            <a:off x="5828040" y="3981600"/>
            <a:ext cx="298080" cy="2523600"/>
          </a:xfrm>
          <a:prstGeom prst="rect">
            <a:avLst/>
          </a:prstGeom>
          <a:solidFill>
            <a:schemeClr val="accent1">
              <a:alpha val="14000"/>
            </a:schemeClr>
          </a:solidFill>
          <a:ln>
            <a:solidFill>
              <a:srgbClr val="3a5f8b">
                <a:alpha val="4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53" name="Imagem 7" descr=""/>
          <p:cNvPicPr/>
          <p:nvPr/>
        </p:nvPicPr>
        <p:blipFill>
          <a:blip r:embed="rId2"/>
          <a:stretch/>
        </p:blipFill>
        <p:spPr>
          <a:xfrm>
            <a:off x="6651720" y="3791880"/>
            <a:ext cx="2746080" cy="2713320"/>
          </a:xfrm>
          <a:prstGeom prst="rect">
            <a:avLst/>
          </a:prstGeom>
          <a:ln w="0">
            <a:noFill/>
          </a:ln>
        </p:spPr>
      </p:pic>
      <p:sp>
        <p:nvSpPr>
          <p:cNvPr id="354" name="Seta: para a Direita 10"/>
          <p:cNvSpPr/>
          <p:nvPr/>
        </p:nvSpPr>
        <p:spPr>
          <a:xfrm>
            <a:off x="4123800" y="4463280"/>
            <a:ext cx="4066920" cy="14821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alpha val="9000"/>
            </a:schemeClr>
          </a:solidFill>
          <a:ln>
            <a:solidFill>
              <a:srgbClr val="c00000"/>
            </a:solidFill>
            <a:round/>
          </a:ln>
          <a:effectLst>
            <a:outerShdw algn="ctr" blurRad="50760" dir="5400000" dist="50760" rotWithShape="0">
              <a:srgbClr val="000000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CustomShape 1"/>
          <p:cNvSpPr/>
          <p:nvPr/>
        </p:nvSpPr>
        <p:spPr>
          <a:xfrm>
            <a:off x="360000" y="360000"/>
            <a:ext cx="935496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Let’s Code!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CustomShape 2"/>
          <p:cNvSpPr/>
          <p:nvPr/>
        </p:nvSpPr>
        <p:spPr>
          <a:xfrm>
            <a:off x="897120" y="6886080"/>
            <a:ext cx="64422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CustomShape 3"/>
          <p:cNvSpPr/>
          <p:nvPr/>
        </p:nvSpPr>
        <p:spPr>
          <a:xfrm>
            <a:off x="7608600" y="6886080"/>
            <a:ext cx="2280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Lecture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 04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CaixaDeTexto 1"/>
          <p:cNvSpPr/>
          <p:nvPr/>
        </p:nvSpPr>
        <p:spPr>
          <a:xfrm>
            <a:off x="200160" y="1689840"/>
            <a:ext cx="9514800" cy="47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In our pratice, we will implement an algorithm to segment characters in a license plate.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Besides, we will introduce the cv2.connectedComponent() that implements the component labeling method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Checkout it here: </a:t>
            </a:r>
            <a:r>
              <a:rPr b="0" lang="en-US" sz="1800" spc="-1" strike="noStrike" u="sng">
                <a:solidFill>
                  <a:srgbClr val="0000ff"/>
                </a:solidFill>
                <a:uFillTx/>
                <a:latin typeface="Calibri"/>
                <a:ea typeface="DejaVu Sans"/>
                <a:hlinkClick r:id="rId1"/>
              </a:rPr>
              <a:t>Lecture 04 - Finding Components.ipynb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9" name="Imagem 5" descr=""/>
          <p:cNvPicPr/>
          <p:nvPr/>
        </p:nvPicPr>
        <p:blipFill>
          <a:blip r:embed="rId2"/>
          <a:stretch/>
        </p:blipFill>
        <p:spPr>
          <a:xfrm>
            <a:off x="3236760" y="4493880"/>
            <a:ext cx="2854800" cy="631080"/>
          </a:xfrm>
          <a:prstGeom prst="rect">
            <a:avLst/>
          </a:prstGeom>
          <a:ln w="0">
            <a:noFill/>
          </a:ln>
        </p:spPr>
      </p:pic>
      <p:pic>
        <p:nvPicPr>
          <p:cNvPr id="360" name="Imagem 6" descr=""/>
          <p:cNvPicPr/>
          <p:nvPr/>
        </p:nvPicPr>
        <p:blipFill>
          <a:blip r:embed="rId3"/>
          <a:stretch/>
        </p:blipFill>
        <p:spPr>
          <a:xfrm>
            <a:off x="3173040" y="2122200"/>
            <a:ext cx="2918520" cy="592560"/>
          </a:xfrm>
          <a:prstGeom prst="rect">
            <a:avLst/>
          </a:prstGeom>
          <a:ln w="0">
            <a:noFill/>
          </a:ln>
        </p:spPr>
      </p:pic>
      <p:pic>
        <p:nvPicPr>
          <p:cNvPr id="361" name="Imagem 7" descr=""/>
          <p:cNvPicPr/>
          <p:nvPr/>
        </p:nvPicPr>
        <p:blipFill>
          <a:blip r:embed="rId4"/>
          <a:stretch/>
        </p:blipFill>
        <p:spPr>
          <a:xfrm>
            <a:off x="3236760" y="3304440"/>
            <a:ext cx="2766960" cy="532440"/>
          </a:xfrm>
          <a:prstGeom prst="rect">
            <a:avLst/>
          </a:prstGeom>
          <a:ln w="0">
            <a:noFill/>
          </a:ln>
        </p:spPr>
      </p:pic>
      <p:sp>
        <p:nvSpPr>
          <p:cNvPr id="362" name="Seta: para Baixo 11"/>
          <p:cNvSpPr/>
          <p:nvPr/>
        </p:nvSpPr>
        <p:spPr>
          <a:xfrm>
            <a:off x="4498920" y="3885120"/>
            <a:ext cx="219600" cy="5216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3" name="Seta: para Baixo 12"/>
          <p:cNvSpPr/>
          <p:nvPr/>
        </p:nvSpPr>
        <p:spPr>
          <a:xfrm>
            <a:off x="4502520" y="2734560"/>
            <a:ext cx="219600" cy="5216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B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1924</TotalTime>
  <Application>LibreOffice/24.2.7.2$Linux_X86_64 LibreOffice_project/420$Build-2</Application>
  <AppVersion>15.0000</AppVersion>
  <Words>1269</Words>
  <Paragraphs>285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2021-04-28T18:38:02Z</dcterms:created>
  <dc:creator/>
  <dc:description/>
  <dc:language>en-US</dc:language>
  <cp:lastModifiedBy>Andre Gustavo Hochuli</cp:lastModifiedBy>
  <dcterms:modified xsi:type="dcterms:W3CDTF">2025-09-03T13:04:30Z</dcterms:modified>
  <cp:revision>128</cp:revision>
  <dc:subject/>
  <dc:title>Alizarin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KSOProductBuildVer">
    <vt:lpwstr>1033-11.1.0.10161</vt:lpwstr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18</vt:i4>
  </property>
  <property fmtid="{D5CDD505-2E9C-101B-9397-08002B2CF9AE}" pid="8" name="PresentationFormat">
    <vt:lpwstr>Custom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18</vt:i4>
  </property>
</Properties>
</file>