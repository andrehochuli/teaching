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31.xml.rels" ContentType="application/vnd.openxmlformats-package.relationships+xml"/>
  <Override PartName="/ppt/slideMasters/_rels/slideMaster29.xml.rels" ContentType="application/vnd.openxmlformats-package.relationships+xml"/>
  <Override PartName="/ppt/slideMasters/_rels/slideMaster32.xml.rels" ContentType="application/vnd.openxmlformats-package.relationships+xml"/>
  <Override PartName="/ppt/slideMasters/_rels/slideMaster33.xml.rels" ContentType="application/vnd.openxmlformats-package.relationships+xml"/>
  <Override PartName="/ppt/slideMasters/_rels/slideMaster34.xml.rels" ContentType="application/vnd.openxmlformats-package.relationships+xml"/>
  <Override PartName="/ppt/slideMasters/_rels/slideMaster35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6.xml.rels" ContentType="application/vnd.openxmlformats-package.relationships+xml"/>
  <Override PartName="/ppt/slideMasters/_rels/slideMaster37.xml.rels" ContentType="application/vnd.openxmlformats-package.relationships+xml"/>
  <Override PartName="/ppt/slideMasters/_rels/slideMaster38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0.xml.rels" ContentType="application/vnd.openxmlformats-package.relationships+xml"/>
  <Override PartName="/ppt/slideMasters/_rels/slideMaster39.xml.rels" ContentType="application/vnd.openxmlformats-package.relationships+xml"/>
  <Override PartName="/ppt/slideMasters/_rels/slideMaster11.xml.rels" ContentType="application/vnd.openxmlformats-package.relationships+xml"/>
  <Override PartName="/ppt/slideMasters/slideMaster25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14.xml" ContentType="application/vnd.openxmlformats-officedocument.presentationml.slideMaster+xml"/>
  <Override PartName="/ppt/presProps.xml" ContentType="application/vnd.openxmlformats-officedocument.presentationml.presProps+xml"/>
  <Override PartName="/ppt/theme/theme29.xml" ContentType="application/vnd.openxmlformats-officedocument.theme+xml"/>
  <Override PartName="/ppt/theme/theme28.xml" ContentType="application/vnd.openxmlformats-officedocument.theme+xml"/>
  <Override PartName="/ppt/theme/theme27.xml" ContentType="application/vnd.openxmlformats-officedocument.theme+xml"/>
  <Override PartName="/ppt/theme/theme26.xml" ContentType="application/vnd.openxmlformats-officedocument.theme+xml"/>
  <Override PartName="/ppt/theme/theme25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36.xml" ContentType="application/vnd.openxmlformats-officedocument.theme+xml"/>
  <Override PartName="/ppt/theme/theme2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40.xml" ContentType="application/vnd.openxmlformats-officedocument.theme+xml"/>
  <Override PartName="/ppt/theme/theme39.xml" ContentType="application/vnd.openxmlformats-officedocument.theme+xml"/>
  <Override PartName="/ppt/theme/theme41.xml" ContentType="application/vnd.openxmlformats-officedocument.theme+xml"/>
  <Override PartName="/ppt/theme/theme34.xml" ContentType="application/vnd.openxmlformats-officedocument.theme+xml"/>
  <Override PartName="/ppt/theme/theme7.xml" ContentType="application/vnd.openxmlformats-officedocument.theme+xml"/>
  <Override PartName="/ppt/theme/theme35.xml" ContentType="application/vnd.openxmlformats-officedocument.theme+xml"/>
  <Override PartName="/ppt/theme/theme8.xml" ContentType="application/vnd.openxmlformats-officedocument.theme+xml"/>
  <Override PartName="/ppt/theme/theme33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32.xml" ContentType="application/vnd.openxmlformats-officedocument.theme+xml"/>
  <Override PartName="/ppt/theme/theme4.xml" ContentType="application/vnd.openxmlformats-officedocument.theme+xml"/>
  <Override PartName="/ppt/theme/theme31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12.xml" ContentType="application/vnd.openxmlformats-officedocument.theme+xml"/>
  <Override PartName="/ppt/theme/theme11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slideLayouts/slideLayout22.xml" ContentType="application/vnd.openxmlformats-officedocument.presentationml.slideLayout+xml"/>
  <Override PartName="/ppt/slideLayouts/_rels/slideLayout3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6.xml.rels" ContentType="application/vnd.openxmlformats-package.relationships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12.png" ContentType="image/png"/>
  <Override PartName="/ppt/media/image3.png" ContentType="image/png"/>
  <Override PartName="/ppt/media/image8.png" ContentType="image/png"/>
  <Override PartName="/ppt/media/image17.png" ContentType="image/png"/>
  <Override PartName="/ppt/media/image11.png" ContentType="image/png"/>
  <Override PartName="/ppt/media/image2.png" ContentType="image/png"/>
  <Override PartName="/ppt/media/image7.png" ContentType="image/png"/>
  <Override PartName="/ppt/media/image16.png" ContentType="image/png"/>
  <Override PartName="/ppt/media/image10.png" ContentType="image/png"/>
  <Override PartName="/ppt/media/image1.png" ContentType="image/png"/>
  <Override PartName="/ppt/media/image28.png" ContentType="image/png"/>
  <Override PartName="/ppt/media/image27.png" ContentType="image/png"/>
  <Override PartName="/ppt/media/image26.png" ContentType="image/png"/>
  <Override PartName="/ppt/media/image25.png" ContentType="image/png"/>
  <Override PartName="/ppt/media/image24.png" ContentType="image/png"/>
  <Override PartName="/ppt/media/image23.png" ContentType="image/png"/>
  <Override PartName="/ppt/media/image22.png" ContentType="image/png"/>
  <Override PartName="/ppt/media/image15.png" ContentType="image/png"/>
  <Override PartName="/ppt/media/image6.png" ContentType="image/png"/>
  <Override PartName="/ppt/media/image14.png" ContentType="image/png"/>
  <Override PartName="/ppt/media/image5.png" ContentType="image/png"/>
  <Override PartName="/ppt/media/image21.png" ContentType="image/png"/>
  <Override PartName="/ppt/media/image19.png" ContentType="image/png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9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  <p:sldMasterId id="2147483700" r:id="rId28"/>
    <p:sldMasterId id="2147483702" r:id="rId29"/>
    <p:sldMasterId id="2147483704" r:id="rId30"/>
    <p:sldMasterId id="2147483706" r:id="rId31"/>
    <p:sldMasterId id="2147483708" r:id="rId32"/>
    <p:sldMasterId id="2147483710" r:id="rId33"/>
    <p:sldMasterId id="2147483712" r:id="rId34"/>
    <p:sldMasterId id="2147483714" r:id="rId35"/>
    <p:sldMasterId id="2147483716" r:id="rId36"/>
    <p:sldMasterId id="2147483718" r:id="rId37"/>
    <p:sldMasterId id="2147483720" r:id="rId38"/>
    <p:sldMasterId id="2147483722" r:id="rId39"/>
    <p:sldMasterId id="2147483724" r:id="rId40"/>
    <p:sldMasterId id="2147483726" r:id="rId41"/>
  </p:sldMasterIdLst>
  <p:notesMasterIdLst>
    <p:notesMasterId r:id="rId42"/>
  </p:notesMasterIdLst>
  <p:sldIdLst>
    <p:sldId id="256" r:id="rId43"/>
    <p:sldId id="257" r:id="rId44"/>
    <p:sldId id="258" r:id="rId45"/>
    <p:sldId id="259" r:id="rId46"/>
    <p:sldId id="260" r:id="rId47"/>
    <p:sldId id="261" r:id="rId48"/>
    <p:sldId id="262" r:id="rId49"/>
    <p:sldId id="263" r:id="rId50"/>
    <p:sldId id="264" r:id="rId51"/>
    <p:sldId id="265" r:id="rId52"/>
    <p:sldId id="266" r:id="rId53"/>
    <p:sldId id="267" r:id="rId54"/>
    <p:sldId id="268" r:id="rId55"/>
    <p:sldId id="269" r:id="rId56"/>
    <p:sldId id="270" r:id="rId57"/>
    <p:sldId id="271" r:id="rId58"/>
    <p:sldId id="272" r:id="rId59"/>
    <p:sldId id="273" r:id="rId60"/>
    <p:sldId id="274" r:id="rId61"/>
    <p:sldId id="275" r:id="rId62"/>
    <p:sldId id="276" r:id="rId63"/>
    <p:sldId id="277" r:id="rId64"/>
    <p:sldId id="278" r:id="rId65"/>
    <p:sldId id="279" r:id="rId66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notesMaster" Target="notesMasters/notesMaster1.xml"/><Relationship Id="rId43" Type="http://schemas.openxmlformats.org/officeDocument/2006/relationships/slide" Target="slides/slide1.xml"/><Relationship Id="rId44" Type="http://schemas.openxmlformats.org/officeDocument/2006/relationships/slide" Target="slides/slide2.xml"/><Relationship Id="rId45" Type="http://schemas.openxmlformats.org/officeDocument/2006/relationships/slide" Target="slides/slide3.xml"/><Relationship Id="rId46" Type="http://schemas.openxmlformats.org/officeDocument/2006/relationships/slide" Target="slides/slide4.xml"/><Relationship Id="rId47" Type="http://schemas.openxmlformats.org/officeDocument/2006/relationships/slide" Target="slides/slide5.xml"/><Relationship Id="rId48" Type="http://schemas.openxmlformats.org/officeDocument/2006/relationships/slide" Target="slides/slide6.xml"/><Relationship Id="rId49" Type="http://schemas.openxmlformats.org/officeDocument/2006/relationships/slide" Target="slides/slide7.xml"/><Relationship Id="rId50" Type="http://schemas.openxmlformats.org/officeDocument/2006/relationships/slide" Target="slides/slide8.xml"/><Relationship Id="rId51" Type="http://schemas.openxmlformats.org/officeDocument/2006/relationships/slide" Target="slides/slide9.xml"/><Relationship Id="rId52" Type="http://schemas.openxmlformats.org/officeDocument/2006/relationships/slide" Target="slides/slide10.xml"/><Relationship Id="rId53" Type="http://schemas.openxmlformats.org/officeDocument/2006/relationships/slide" Target="slides/slide11.xml"/><Relationship Id="rId54" Type="http://schemas.openxmlformats.org/officeDocument/2006/relationships/slide" Target="slides/slide12.xml"/><Relationship Id="rId55" Type="http://schemas.openxmlformats.org/officeDocument/2006/relationships/slide" Target="slides/slide13.xml"/><Relationship Id="rId56" Type="http://schemas.openxmlformats.org/officeDocument/2006/relationships/slide" Target="slides/slide14.xml"/><Relationship Id="rId57" Type="http://schemas.openxmlformats.org/officeDocument/2006/relationships/slide" Target="slides/slide15.xml"/><Relationship Id="rId58" Type="http://schemas.openxmlformats.org/officeDocument/2006/relationships/slide" Target="slides/slide16.xml"/><Relationship Id="rId59" Type="http://schemas.openxmlformats.org/officeDocument/2006/relationships/slide" Target="slides/slide17.xml"/><Relationship Id="rId60" Type="http://schemas.openxmlformats.org/officeDocument/2006/relationships/slide" Target="slides/slide18.xml"/><Relationship Id="rId61" Type="http://schemas.openxmlformats.org/officeDocument/2006/relationships/slide" Target="slides/slide19.xml"/><Relationship Id="rId62" Type="http://schemas.openxmlformats.org/officeDocument/2006/relationships/slide" Target="slides/slide20.xml"/><Relationship Id="rId63" Type="http://schemas.openxmlformats.org/officeDocument/2006/relationships/slide" Target="slides/slide21.xml"/><Relationship Id="rId64" Type="http://schemas.openxmlformats.org/officeDocument/2006/relationships/slide" Target="slides/slide22.xml"/><Relationship Id="rId65" Type="http://schemas.openxmlformats.org/officeDocument/2006/relationships/slide" Target="slides/slide23.xml"/><Relationship Id="rId66" Type="http://schemas.openxmlformats.org/officeDocument/2006/relationships/slide" Target="slides/slide24.xml"/><Relationship Id="rId6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1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7996A77C-1EAD-4F16-A051-1099864E9CCA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9160" cy="3599280"/>
          </a:xfrm>
          <a:prstGeom prst="rect">
            <a:avLst/>
          </a:prstGeom>
          <a:ln w="0">
            <a:noFill/>
          </a:ln>
        </p:spPr>
      </p:sp>
      <p:sp>
        <p:nvSpPr>
          <p:cNvPr id="411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8640" cy="420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CustomShape 3"/>
          <p:cNvSpPr/>
          <p:nvPr/>
        </p:nvSpPr>
        <p:spPr>
          <a:xfrm>
            <a:off x="0" y="10155240"/>
            <a:ext cx="326700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9160" cy="3599280"/>
          </a:xfrm>
          <a:prstGeom prst="rect">
            <a:avLst/>
          </a:prstGeom>
          <a:ln w="0">
            <a:noFill/>
          </a:ln>
        </p:spPr>
      </p:sp>
      <p:sp>
        <p:nvSpPr>
          <p:cNvPr id="414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8640" cy="420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CustomShape 3"/>
          <p:cNvSpPr/>
          <p:nvPr/>
        </p:nvSpPr>
        <p:spPr>
          <a:xfrm>
            <a:off x="0" y="10155240"/>
            <a:ext cx="326700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9160" cy="3599280"/>
          </a:xfrm>
          <a:prstGeom prst="rect">
            <a:avLst/>
          </a:prstGeom>
          <a:ln w="0">
            <a:noFill/>
          </a:ln>
        </p:spPr>
      </p:sp>
      <p:sp>
        <p:nvSpPr>
          <p:cNvPr id="417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8640" cy="420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CustomShape 46"/>
          <p:cNvSpPr/>
          <p:nvPr/>
        </p:nvSpPr>
        <p:spPr>
          <a:xfrm>
            <a:off x="0" y="10155240"/>
            <a:ext cx="326700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9160" cy="3599280"/>
          </a:xfrm>
          <a:prstGeom prst="rect">
            <a:avLst/>
          </a:prstGeom>
          <a:ln w="0">
            <a:noFill/>
          </a:ln>
        </p:spPr>
      </p:sp>
      <p:sp>
        <p:nvSpPr>
          <p:cNvPr id="420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8640" cy="420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CustomShape 3"/>
          <p:cNvSpPr/>
          <p:nvPr/>
        </p:nvSpPr>
        <p:spPr>
          <a:xfrm>
            <a:off x="0" y="10155240"/>
            <a:ext cx="326700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9160" cy="3599280"/>
          </a:xfrm>
          <a:prstGeom prst="rect">
            <a:avLst/>
          </a:prstGeom>
          <a:ln w="0">
            <a:noFill/>
          </a:ln>
        </p:spPr>
      </p:sp>
      <p:sp>
        <p:nvSpPr>
          <p:cNvPr id="423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8640" cy="420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CustomShape 3"/>
          <p:cNvSpPr/>
          <p:nvPr/>
        </p:nvSpPr>
        <p:spPr>
          <a:xfrm>
            <a:off x="0" y="10155240"/>
            <a:ext cx="326700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9160" cy="3599280"/>
          </a:xfrm>
          <a:prstGeom prst="rect">
            <a:avLst/>
          </a:prstGeom>
          <a:ln w="0">
            <a:noFill/>
          </a:ln>
        </p:spPr>
      </p:sp>
      <p:sp>
        <p:nvSpPr>
          <p:cNvPr id="426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8640" cy="420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CustomShape 3"/>
          <p:cNvSpPr/>
          <p:nvPr/>
        </p:nvSpPr>
        <p:spPr>
          <a:xfrm>
            <a:off x="0" y="10155240"/>
            <a:ext cx="326700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9160" cy="3599280"/>
          </a:xfrm>
          <a:prstGeom prst="rect">
            <a:avLst/>
          </a:prstGeom>
          <a:ln w="0">
            <a:noFill/>
          </a:ln>
        </p:spPr>
      </p:sp>
      <p:sp>
        <p:nvSpPr>
          <p:cNvPr id="429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8640" cy="420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CustomShape 3"/>
          <p:cNvSpPr/>
          <p:nvPr/>
        </p:nvSpPr>
        <p:spPr>
          <a:xfrm>
            <a:off x="0" y="10155240"/>
            <a:ext cx="326700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9160" cy="3599280"/>
          </a:xfrm>
          <a:prstGeom prst="rect">
            <a:avLst/>
          </a:prstGeom>
          <a:ln w="0">
            <a:noFill/>
          </a:ln>
        </p:spPr>
      </p:sp>
      <p:sp>
        <p:nvSpPr>
          <p:cNvPr id="432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8640" cy="420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CustomShape 3"/>
          <p:cNvSpPr/>
          <p:nvPr/>
        </p:nvSpPr>
        <p:spPr>
          <a:xfrm>
            <a:off x="0" y="10155240"/>
            <a:ext cx="326700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9160" cy="3599280"/>
          </a:xfrm>
          <a:prstGeom prst="rect">
            <a:avLst/>
          </a:prstGeom>
          <a:ln w="0">
            <a:noFill/>
          </a:ln>
        </p:spPr>
      </p:sp>
      <p:sp>
        <p:nvSpPr>
          <p:cNvPr id="435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8640" cy="420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CustomShape 5"/>
          <p:cNvSpPr/>
          <p:nvPr/>
        </p:nvSpPr>
        <p:spPr>
          <a:xfrm>
            <a:off x="0" y="10155240"/>
            <a:ext cx="326700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9160" cy="3599280"/>
          </a:xfrm>
          <a:prstGeom prst="rect">
            <a:avLst/>
          </a:prstGeom>
          <a:ln w="0">
            <a:noFill/>
          </a:ln>
        </p:spPr>
      </p:sp>
      <p:sp>
        <p:nvSpPr>
          <p:cNvPr id="438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8640" cy="420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CustomShape 3"/>
          <p:cNvSpPr/>
          <p:nvPr/>
        </p:nvSpPr>
        <p:spPr>
          <a:xfrm>
            <a:off x="0" y="10155240"/>
            <a:ext cx="326700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9160" cy="3599280"/>
          </a:xfrm>
          <a:prstGeom prst="rect">
            <a:avLst/>
          </a:prstGeom>
          <a:ln w="0">
            <a:noFill/>
          </a:ln>
        </p:spPr>
      </p:sp>
      <p:sp>
        <p:nvSpPr>
          <p:cNvPr id="441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8640" cy="420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CustomShape 12"/>
          <p:cNvSpPr/>
          <p:nvPr/>
        </p:nvSpPr>
        <p:spPr>
          <a:xfrm>
            <a:off x="0" y="10155240"/>
            <a:ext cx="326700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9160" cy="3599280"/>
          </a:xfrm>
          <a:prstGeom prst="rect">
            <a:avLst/>
          </a:prstGeom>
          <a:ln w="0">
            <a:noFill/>
          </a:ln>
        </p:spPr>
      </p:sp>
      <p:sp>
        <p:nvSpPr>
          <p:cNvPr id="444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8640" cy="420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CustomShape 91"/>
          <p:cNvSpPr/>
          <p:nvPr/>
        </p:nvSpPr>
        <p:spPr>
          <a:xfrm>
            <a:off x="0" y="10155240"/>
            <a:ext cx="326700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9160" cy="3599280"/>
          </a:xfrm>
          <a:prstGeom prst="rect">
            <a:avLst/>
          </a:prstGeom>
          <a:ln w="0">
            <a:noFill/>
          </a:ln>
        </p:spPr>
      </p:sp>
      <p:sp>
        <p:nvSpPr>
          <p:cNvPr id="447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8640" cy="420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CustomShape 96"/>
          <p:cNvSpPr/>
          <p:nvPr/>
        </p:nvSpPr>
        <p:spPr>
          <a:xfrm>
            <a:off x="0" y="10155240"/>
            <a:ext cx="326700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9160" cy="3599280"/>
          </a:xfrm>
          <a:prstGeom prst="rect">
            <a:avLst/>
          </a:prstGeom>
          <a:ln w="0">
            <a:noFill/>
          </a:ln>
        </p:spPr>
      </p:sp>
      <p:sp>
        <p:nvSpPr>
          <p:cNvPr id="450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8640" cy="420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CustomShape 21"/>
          <p:cNvSpPr/>
          <p:nvPr/>
        </p:nvSpPr>
        <p:spPr>
          <a:xfrm>
            <a:off x="0" y="10155240"/>
            <a:ext cx="326700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9160" cy="3599280"/>
          </a:xfrm>
          <a:prstGeom prst="rect">
            <a:avLst/>
          </a:prstGeom>
          <a:ln w="0">
            <a:noFill/>
          </a:ln>
        </p:spPr>
      </p:sp>
      <p:sp>
        <p:nvSpPr>
          <p:cNvPr id="453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8640" cy="420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CustomShape 111"/>
          <p:cNvSpPr/>
          <p:nvPr/>
        </p:nvSpPr>
        <p:spPr>
          <a:xfrm>
            <a:off x="0" y="10155240"/>
            <a:ext cx="326700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9160" cy="3599280"/>
          </a:xfrm>
          <a:prstGeom prst="rect">
            <a:avLst/>
          </a:prstGeom>
          <a:ln w="0">
            <a:noFill/>
          </a:ln>
        </p:spPr>
      </p:sp>
      <p:sp>
        <p:nvSpPr>
          <p:cNvPr id="456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8640" cy="420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CustomShape 116"/>
          <p:cNvSpPr/>
          <p:nvPr/>
        </p:nvSpPr>
        <p:spPr>
          <a:xfrm>
            <a:off x="0" y="10155240"/>
            <a:ext cx="326700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9160" cy="3599280"/>
          </a:xfrm>
          <a:prstGeom prst="rect">
            <a:avLst/>
          </a:prstGeom>
          <a:ln w="0">
            <a:noFill/>
          </a:ln>
        </p:spPr>
      </p:sp>
      <p:sp>
        <p:nvSpPr>
          <p:cNvPr id="459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8640" cy="420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CustomShape 122"/>
          <p:cNvSpPr/>
          <p:nvPr/>
        </p:nvSpPr>
        <p:spPr>
          <a:xfrm>
            <a:off x="0" y="10155240"/>
            <a:ext cx="326700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9160" cy="3599280"/>
          </a:xfrm>
          <a:prstGeom prst="rect">
            <a:avLst/>
          </a:prstGeom>
          <a:ln w="0">
            <a:noFill/>
          </a:ln>
        </p:spPr>
      </p:sp>
      <p:sp>
        <p:nvSpPr>
          <p:cNvPr id="462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8640" cy="420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CustomShape 128"/>
          <p:cNvSpPr/>
          <p:nvPr/>
        </p:nvSpPr>
        <p:spPr>
          <a:xfrm>
            <a:off x="0" y="10155240"/>
            <a:ext cx="326700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9160" cy="3599280"/>
          </a:xfrm>
          <a:prstGeom prst="rect">
            <a:avLst/>
          </a:prstGeom>
          <a:ln w="0">
            <a:noFill/>
          </a:ln>
        </p:spPr>
      </p:sp>
      <p:sp>
        <p:nvSpPr>
          <p:cNvPr id="465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8640" cy="420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CustomShape 138"/>
          <p:cNvSpPr/>
          <p:nvPr/>
        </p:nvSpPr>
        <p:spPr>
          <a:xfrm>
            <a:off x="0" y="10155240"/>
            <a:ext cx="326700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9160" cy="3599280"/>
          </a:xfrm>
          <a:prstGeom prst="rect">
            <a:avLst/>
          </a:prstGeom>
          <a:ln w="0">
            <a:noFill/>
          </a:ln>
        </p:spPr>
      </p:sp>
      <p:sp>
        <p:nvSpPr>
          <p:cNvPr id="468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8640" cy="420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CustomShape 143"/>
          <p:cNvSpPr/>
          <p:nvPr/>
        </p:nvSpPr>
        <p:spPr>
          <a:xfrm>
            <a:off x="0" y="10155240"/>
            <a:ext cx="326700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9160" cy="3599280"/>
          </a:xfrm>
          <a:prstGeom prst="rect">
            <a:avLst/>
          </a:prstGeom>
          <a:ln w="0">
            <a:noFill/>
          </a:ln>
        </p:spPr>
      </p:sp>
      <p:sp>
        <p:nvSpPr>
          <p:cNvPr id="471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8640" cy="420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CustomShape 148"/>
          <p:cNvSpPr/>
          <p:nvPr/>
        </p:nvSpPr>
        <p:spPr>
          <a:xfrm>
            <a:off x="0" y="10155240"/>
            <a:ext cx="326700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9160" cy="3599280"/>
          </a:xfrm>
          <a:prstGeom prst="rect">
            <a:avLst/>
          </a:prstGeom>
          <a:ln w="0">
            <a:noFill/>
          </a:ln>
        </p:spPr>
      </p:sp>
      <p:sp>
        <p:nvSpPr>
          <p:cNvPr id="474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8640" cy="420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CustomShape 153"/>
          <p:cNvSpPr/>
          <p:nvPr/>
        </p:nvSpPr>
        <p:spPr>
          <a:xfrm>
            <a:off x="0" y="10155240"/>
            <a:ext cx="326700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9160" cy="3599280"/>
          </a:xfrm>
          <a:prstGeom prst="rect">
            <a:avLst/>
          </a:prstGeom>
          <a:ln w="0">
            <a:noFill/>
          </a:ln>
        </p:spPr>
      </p:sp>
      <p:sp>
        <p:nvSpPr>
          <p:cNvPr id="477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8640" cy="420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CustomShape 16"/>
          <p:cNvSpPr/>
          <p:nvPr/>
        </p:nvSpPr>
        <p:spPr>
          <a:xfrm>
            <a:off x="0" y="10155240"/>
            <a:ext cx="326700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9160" cy="3599280"/>
          </a:xfrm>
          <a:prstGeom prst="rect">
            <a:avLst/>
          </a:prstGeom>
          <a:ln w="0">
            <a:noFill/>
          </a:ln>
        </p:spPr>
      </p:sp>
      <p:sp>
        <p:nvSpPr>
          <p:cNvPr id="480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8640" cy="420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CustomShape 158"/>
          <p:cNvSpPr/>
          <p:nvPr/>
        </p:nvSpPr>
        <p:spPr>
          <a:xfrm>
            <a:off x="0" y="10155240"/>
            <a:ext cx="326700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6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8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9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0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6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slideLayout" Target="../slideLayouts/slideLayout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slideLayout" Target="../slideLayouts/slideLayout27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slideLayout" Target="../slideLayouts/slideLayout28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slideLayout" Target="../slideLayouts/slideLayout29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slideLayout" Target="../slideLayouts/slideLayout30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slideLayout" Target="../slideLayouts/slideLayout31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slideLayout" Target="../slideLayouts/slideLayout32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33.xml"/><Relationship Id="rId2" Type="http://schemas.openxmlformats.org/officeDocument/2006/relationships/slideLayout" Target="../slideLayouts/slideLayout33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34.xml"/><Relationship Id="rId2" Type="http://schemas.openxmlformats.org/officeDocument/2006/relationships/slideLayout" Target="../slideLayouts/slideLayout34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35.xml"/><Relationship Id="rId2" Type="http://schemas.openxmlformats.org/officeDocument/2006/relationships/slideLayout" Target="../slideLayouts/slideLayout35.xml"/>
</Relationships>
</file>

<file path=ppt/slideMasters/_rels/slideMaster36.xml.rels><?xml version="1.0" encoding="UTF-8"?>
<Relationships xmlns="http://schemas.openxmlformats.org/package/2006/relationships"><Relationship Id="rId1" Type="http://schemas.openxmlformats.org/officeDocument/2006/relationships/theme" Target="../theme/theme36.xml"/><Relationship Id="rId2" Type="http://schemas.openxmlformats.org/officeDocument/2006/relationships/slideLayout" Target="../slideLayouts/slideLayout36.xml"/>
</Relationships>
</file>

<file path=ppt/slideMasters/_rels/slideMaster37.xml.rels><?xml version="1.0" encoding="UTF-8"?>
<Relationships xmlns="http://schemas.openxmlformats.org/package/2006/relationships"><Relationship Id="rId1" Type="http://schemas.openxmlformats.org/officeDocument/2006/relationships/theme" Target="../theme/theme37.xml"/><Relationship Id="rId2" Type="http://schemas.openxmlformats.org/officeDocument/2006/relationships/slideLayout" Target="../slideLayouts/slideLayout37.xml"/>
</Relationships>
</file>

<file path=ppt/slideMasters/_rels/slideMaster38.xml.rels><?xml version="1.0" encoding="UTF-8"?>
<Relationships xmlns="http://schemas.openxmlformats.org/package/2006/relationships"><Relationship Id="rId1" Type="http://schemas.openxmlformats.org/officeDocument/2006/relationships/theme" Target="../theme/theme38.xml"/><Relationship Id="rId2" Type="http://schemas.openxmlformats.org/officeDocument/2006/relationships/slideLayout" Target="../slideLayouts/slideLayout38.xml"/>
</Relationships>
</file>

<file path=ppt/slideMasters/_rels/slideMaster39.xml.rels><?xml version="1.0" encoding="UTF-8"?>
<Relationships xmlns="http://schemas.openxmlformats.org/package/2006/relationships"><Relationship Id="rId1" Type="http://schemas.openxmlformats.org/officeDocument/2006/relationships/theme" Target="../theme/theme39.xml"/><Relationship Id="rId2" Type="http://schemas.openxmlformats.org/officeDocument/2006/relationships/slideLayout" Target="../slideLayouts/slideLayout39.xml"/>
</Relationships>
</file>

<file path=ppt/slideMasters/_rels/slideMaster40.xml.rels><?xml version="1.0" encoding="UTF-8"?>
<Relationships xmlns="http://schemas.openxmlformats.org/package/2006/relationships"><Relationship Id="rId1" Type="http://schemas.openxmlformats.org/officeDocument/2006/relationships/theme" Target="../theme/theme40.xml"/><Relationship Id="rId2" Type="http://schemas.openxmlformats.org/officeDocument/2006/relationships/slideLayout" Target="../slideLayouts/slideLayout4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/>
          <p:cNvSpPr/>
          <p:nvPr/>
        </p:nvSpPr>
        <p:spPr>
          <a:xfrm>
            <a:off x="0" y="3150000"/>
            <a:ext cx="9711000" cy="12510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stomShape 1"/>
          <p:cNvSpPr/>
          <p:nvPr/>
        </p:nvSpPr>
        <p:spPr>
          <a:xfrm>
            <a:off x="0" y="3150000"/>
            <a:ext cx="9711000" cy="12510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ustomShape 1"/>
          <p:cNvSpPr/>
          <p:nvPr/>
        </p:nvSpPr>
        <p:spPr>
          <a:xfrm>
            <a:off x="0" y="3150000"/>
            <a:ext cx="9711000" cy="12510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ustomShape 1"/>
          <p:cNvSpPr/>
          <p:nvPr/>
        </p:nvSpPr>
        <p:spPr>
          <a:xfrm>
            <a:off x="0" y="3150000"/>
            <a:ext cx="9711000" cy="12510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ustomShape 1"/>
          <p:cNvSpPr/>
          <p:nvPr/>
        </p:nvSpPr>
        <p:spPr>
          <a:xfrm>
            <a:off x="0" y="3150000"/>
            <a:ext cx="9711000" cy="12510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ustomShape 1"/>
          <p:cNvSpPr/>
          <p:nvPr/>
        </p:nvSpPr>
        <p:spPr>
          <a:xfrm>
            <a:off x="0" y="3150000"/>
            <a:ext cx="9711000" cy="12510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CustomShape 1"/>
          <p:cNvSpPr/>
          <p:nvPr/>
        </p:nvSpPr>
        <p:spPr>
          <a:xfrm>
            <a:off x="0" y="3150000"/>
            <a:ext cx="9711000" cy="12510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ustomShape 1"/>
          <p:cNvSpPr/>
          <p:nvPr/>
        </p:nvSpPr>
        <p:spPr>
          <a:xfrm>
            <a:off x="0" y="3150000"/>
            <a:ext cx="9711000" cy="12510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CustomShape 1"/>
          <p:cNvSpPr/>
          <p:nvPr/>
        </p:nvSpPr>
        <p:spPr>
          <a:xfrm>
            <a:off x="0" y="3150000"/>
            <a:ext cx="9711000" cy="12510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CustomShape 1"/>
          <p:cNvSpPr/>
          <p:nvPr/>
        </p:nvSpPr>
        <p:spPr>
          <a:xfrm>
            <a:off x="0" y="3150000"/>
            <a:ext cx="9711000" cy="12510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CustomShape 1"/>
          <p:cNvSpPr/>
          <p:nvPr/>
        </p:nvSpPr>
        <p:spPr>
          <a:xfrm>
            <a:off x="0" y="3150000"/>
            <a:ext cx="9711000" cy="12510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CustomShape 1"/>
          <p:cNvSpPr/>
          <p:nvPr/>
        </p:nvSpPr>
        <p:spPr>
          <a:xfrm>
            <a:off x="0" y="3150000"/>
            <a:ext cx="9711000" cy="12510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CustomShape 1"/>
          <p:cNvSpPr/>
          <p:nvPr/>
        </p:nvSpPr>
        <p:spPr>
          <a:xfrm>
            <a:off x="0" y="180000"/>
            <a:ext cx="9711000" cy="12510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1" name="CustomShape 2"/>
          <p:cNvSpPr/>
          <p:nvPr/>
        </p:nvSpPr>
        <p:spPr>
          <a:xfrm>
            <a:off x="7560000" y="6840000"/>
            <a:ext cx="2511000" cy="5310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2" name="CustomShape 3"/>
          <p:cNvSpPr/>
          <p:nvPr/>
        </p:nvSpPr>
        <p:spPr>
          <a:xfrm>
            <a:off x="900000" y="6840000"/>
            <a:ext cx="6471000" cy="53100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3" name="CustomShape 4"/>
          <p:cNvSpPr/>
          <p:nvPr/>
        </p:nvSpPr>
        <p:spPr>
          <a:xfrm>
            <a:off x="180000" y="6840000"/>
            <a:ext cx="531000" cy="53100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/>
          <p:cNvSpPr/>
          <p:nvPr/>
        </p:nvSpPr>
        <p:spPr>
          <a:xfrm>
            <a:off x="0" y="180000"/>
            <a:ext cx="9711000" cy="12510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3" name="CustomShape 2"/>
          <p:cNvSpPr/>
          <p:nvPr/>
        </p:nvSpPr>
        <p:spPr>
          <a:xfrm>
            <a:off x="7560000" y="6840000"/>
            <a:ext cx="2511000" cy="5310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4" name="CustomShape 3"/>
          <p:cNvSpPr/>
          <p:nvPr/>
        </p:nvSpPr>
        <p:spPr>
          <a:xfrm>
            <a:off x="900000" y="6840000"/>
            <a:ext cx="6471000" cy="53100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5" name="CustomShape 4"/>
          <p:cNvSpPr/>
          <p:nvPr/>
        </p:nvSpPr>
        <p:spPr>
          <a:xfrm>
            <a:off x="180000" y="6840000"/>
            <a:ext cx="531000" cy="53100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CustomShape 1"/>
          <p:cNvSpPr/>
          <p:nvPr/>
        </p:nvSpPr>
        <p:spPr>
          <a:xfrm>
            <a:off x="0" y="180000"/>
            <a:ext cx="9711000" cy="12510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3" name="CustomShape 2"/>
          <p:cNvSpPr/>
          <p:nvPr/>
        </p:nvSpPr>
        <p:spPr>
          <a:xfrm>
            <a:off x="7560000" y="6840000"/>
            <a:ext cx="2511000" cy="5310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4" name="CustomShape 3"/>
          <p:cNvSpPr/>
          <p:nvPr/>
        </p:nvSpPr>
        <p:spPr>
          <a:xfrm>
            <a:off x="900000" y="6840000"/>
            <a:ext cx="6471000" cy="53100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5" name="CustomShape 4"/>
          <p:cNvSpPr/>
          <p:nvPr/>
        </p:nvSpPr>
        <p:spPr>
          <a:xfrm>
            <a:off x="180000" y="6840000"/>
            <a:ext cx="531000" cy="53100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5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CustomShape 1"/>
          <p:cNvSpPr/>
          <p:nvPr/>
        </p:nvSpPr>
        <p:spPr>
          <a:xfrm>
            <a:off x="0" y="180000"/>
            <a:ext cx="9711000" cy="12510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7" name="CustomShape 2"/>
          <p:cNvSpPr/>
          <p:nvPr/>
        </p:nvSpPr>
        <p:spPr>
          <a:xfrm>
            <a:off x="7560000" y="6840000"/>
            <a:ext cx="2511000" cy="5310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8" name="CustomShape 3"/>
          <p:cNvSpPr/>
          <p:nvPr/>
        </p:nvSpPr>
        <p:spPr>
          <a:xfrm>
            <a:off x="900000" y="6840000"/>
            <a:ext cx="6471000" cy="53100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9" name="CustomShape 4"/>
          <p:cNvSpPr/>
          <p:nvPr/>
        </p:nvSpPr>
        <p:spPr>
          <a:xfrm>
            <a:off x="180000" y="6840000"/>
            <a:ext cx="531000" cy="53100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CustomShape 1"/>
          <p:cNvSpPr/>
          <p:nvPr/>
        </p:nvSpPr>
        <p:spPr>
          <a:xfrm>
            <a:off x="0" y="180000"/>
            <a:ext cx="9711000" cy="12510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1" name="CustomShape 2"/>
          <p:cNvSpPr/>
          <p:nvPr/>
        </p:nvSpPr>
        <p:spPr>
          <a:xfrm>
            <a:off x="7560000" y="6840000"/>
            <a:ext cx="2511000" cy="5310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2" name="CustomShape 3"/>
          <p:cNvSpPr/>
          <p:nvPr/>
        </p:nvSpPr>
        <p:spPr>
          <a:xfrm>
            <a:off x="900000" y="6840000"/>
            <a:ext cx="6471000" cy="53100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3" name="CustomShape 4"/>
          <p:cNvSpPr/>
          <p:nvPr/>
        </p:nvSpPr>
        <p:spPr>
          <a:xfrm>
            <a:off x="180000" y="6840000"/>
            <a:ext cx="531000" cy="53100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CustomShape 1"/>
          <p:cNvSpPr/>
          <p:nvPr/>
        </p:nvSpPr>
        <p:spPr>
          <a:xfrm>
            <a:off x="0" y="180000"/>
            <a:ext cx="9711000" cy="12510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7" name="CustomShape 2"/>
          <p:cNvSpPr/>
          <p:nvPr/>
        </p:nvSpPr>
        <p:spPr>
          <a:xfrm>
            <a:off x="7560000" y="6840000"/>
            <a:ext cx="2511000" cy="5310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8" name="CustomShape 3"/>
          <p:cNvSpPr/>
          <p:nvPr/>
        </p:nvSpPr>
        <p:spPr>
          <a:xfrm>
            <a:off x="900000" y="6840000"/>
            <a:ext cx="6471000" cy="53100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9" name="CustomShape 4"/>
          <p:cNvSpPr/>
          <p:nvPr/>
        </p:nvSpPr>
        <p:spPr>
          <a:xfrm>
            <a:off x="180000" y="6840000"/>
            <a:ext cx="531000" cy="53100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CustomShape 1"/>
          <p:cNvSpPr/>
          <p:nvPr/>
        </p:nvSpPr>
        <p:spPr>
          <a:xfrm>
            <a:off x="0" y="180000"/>
            <a:ext cx="9711000" cy="12510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5" name="CustomShape 2"/>
          <p:cNvSpPr/>
          <p:nvPr/>
        </p:nvSpPr>
        <p:spPr>
          <a:xfrm>
            <a:off x="7560000" y="6840000"/>
            <a:ext cx="2511000" cy="5310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6" name="CustomShape 3"/>
          <p:cNvSpPr/>
          <p:nvPr/>
        </p:nvSpPr>
        <p:spPr>
          <a:xfrm>
            <a:off x="900000" y="6840000"/>
            <a:ext cx="6471000" cy="53100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7" name="CustomShape 4"/>
          <p:cNvSpPr/>
          <p:nvPr/>
        </p:nvSpPr>
        <p:spPr>
          <a:xfrm>
            <a:off x="180000" y="6840000"/>
            <a:ext cx="531000" cy="53100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CustomShape 1"/>
          <p:cNvSpPr/>
          <p:nvPr/>
        </p:nvSpPr>
        <p:spPr>
          <a:xfrm>
            <a:off x="0" y="180000"/>
            <a:ext cx="9711000" cy="12510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3" name="CustomShape 2"/>
          <p:cNvSpPr/>
          <p:nvPr/>
        </p:nvSpPr>
        <p:spPr>
          <a:xfrm>
            <a:off x="7560000" y="6840000"/>
            <a:ext cx="2511000" cy="5310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4" name="CustomShape 3"/>
          <p:cNvSpPr/>
          <p:nvPr/>
        </p:nvSpPr>
        <p:spPr>
          <a:xfrm>
            <a:off x="900000" y="6840000"/>
            <a:ext cx="6471000" cy="53100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5" name="CustomShape 4"/>
          <p:cNvSpPr/>
          <p:nvPr/>
        </p:nvSpPr>
        <p:spPr>
          <a:xfrm>
            <a:off x="180000" y="6840000"/>
            <a:ext cx="531000" cy="53100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CustomShape 1"/>
          <p:cNvSpPr/>
          <p:nvPr/>
        </p:nvSpPr>
        <p:spPr>
          <a:xfrm>
            <a:off x="0" y="180000"/>
            <a:ext cx="9711000" cy="12510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3" name="CustomShape 2"/>
          <p:cNvSpPr/>
          <p:nvPr/>
        </p:nvSpPr>
        <p:spPr>
          <a:xfrm>
            <a:off x="7560000" y="6840000"/>
            <a:ext cx="2511000" cy="5310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4" name="CustomShape 3"/>
          <p:cNvSpPr/>
          <p:nvPr/>
        </p:nvSpPr>
        <p:spPr>
          <a:xfrm>
            <a:off x="900000" y="6840000"/>
            <a:ext cx="6471000" cy="53100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5" name="CustomShape 4"/>
          <p:cNvSpPr/>
          <p:nvPr/>
        </p:nvSpPr>
        <p:spPr>
          <a:xfrm>
            <a:off x="180000" y="6840000"/>
            <a:ext cx="531000" cy="53100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CustomShape 1"/>
          <p:cNvSpPr/>
          <p:nvPr/>
        </p:nvSpPr>
        <p:spPr>
          <a:xfrm>
            <a:off x="0" y="180000"/>
            <a:ext cx="9711000" cy="12510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9" name="CustomShape 2"/>
          <p:cNvSpPr/>
          <p:nvPr/>
        </p:nvSpPr>
        <p:spPr>
          <a:xfrm>
            <a:off x="7560000" y="6840000"/>
            <a:ext cx="2511000" cy="5310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0" name="CustomShape 3"/>
          <p:cNvSpPr/>
          <p:nvPr/>
        </p:nvSpPr>
        <p:spPr>
          <a:xfrm>
            <a:off x="900000" y="6840000"/>
            <a:ext cx="6471000" cy="53100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1" name="CustomShape 4"/>
          <p:cNvSpPr/>
          <p:nvPr/>
        </p:nvSpPr>
        <p:spPr>
          <a:xfrm>
            <a:off x="180000" y="6840000"/>
            <a:ext cx="531000" cy="53100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CustomShape 1"/>
          <p:cNvSpPr/>
          <p:nvPr/>
        </p:nvSpPr>
        <p:spPr>
          <a:xfrm>
            <a:off x="0" y="180000"/>
            <a:ext cx="9711000" cy="12510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3" name="CustomShape 2"/>
          <p:cNvSpPr/>
          <p:nvPr/>
        </p:nvSpPr>
        <p:spPr>
          <a:xfrm>
            <a:off x="7560000" y="6840000"/>
            <a:ext cx="2511000" cy="5310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4" name="CustomShape 3"/>
          <p:cNvSpPr/>
          <p:nvPr/>
        </p:nvSpPr>
        <p:spPr>
          <a:xfrm>
            <a:off x="900000" y="6840000"/>
            <a:ext cx="6471000" cy="53100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5" name="CustomShape 4"/>
          <p:cNvSpPr/>
          <p:nvPr/>
        </p:nvSpPr>
        <p:spPr>
          <a:xfrm>
            <a:off x="180000" y="6840000"/>
            <a:ext cx="531000" cy="53100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CustomShape 1"/>
          <p:cNvSpPr/>
          <p:nvPr/>
        </p:nvSpPr>
        <p:spPr>
          <a:xfrm>
            <a:off x="0" y="180000"/>
            <a:ext cx="9711000" cy="12510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5" name="CustomShape 2"/>
          <p:cNvSpPr/>
          <p:nvPr/>
        </p:nvSpPr>
        <p:spPr>
          <a:xfrm>
            <a:off x="7560000" y="6840000"/>
            <a:ext cx="2511000" cy="5310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6" name="CustomShape 3"/>
          <p:cNvSpPr/>
          <p:nvPr/>
        </p:nvSpPr>
        <p:spPr>
          <a:xfrm>
            <a:off x="900000" y="6840000"/>
            <a:ext cx="6471000" cy="53100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7" name="CustomShape 4"/>
          <p:cNvSpPr/>
          <p:nvPr/>
        </p:nvSpPr>
        <p:spPr>
          <a:xfrm>
            <a:off x="180000" y="6840000"/>
            <a:ext cx="531000" cy="53100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CustomShape 1"/>
          <p:cNvSpPr/>
          <p:nvPr/>
        </p:nvSpPr>
        <p:spPr>
          <a:xfrm>
            <a:off x="0" y="3150000"/>
            <a:ext cx="9711000" cy="12510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7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CustomShape 1"/>
          <p:cNvSpPr/>
          <p:nvPr/>
        </p:nvSpPr>
        <p:spPr>
          <a:xfrm>
            <a:off x="0" y="3150000"/>
            <a:ext cx="9711000" cy="12510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9" r:id="rId2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CustomShape 1"/>
          <p:cNvSpPr/>
          <p:nvPr/>
        </p:nvSpPr>
        <p:spPr>
          <a:xfrm>
            <a:off x="0" y="3150000"/>
            <a:ext cx="9711000" cy="12510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5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CustomShape 1"/>
          <p:cNvSpPr/>
          <p:nvPr/>
        </p:nvSpPr>
        <p:spPr>
          <a:xfrm>
            <a:off x="0" y="3150000"/>
            <a:ext cx="9711000" cy="12510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3" r:id="rId2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CustomShape 1"/>
          <p:cNvSpPr/>
          <p:nvPr/>
        </p:nvSpPr>
        <p:spPr>
          <a:xfrm>
            <a:off x="0" y="3150000"/>
            <a:ext cx="9711000" cy="12510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5" r:id="rId2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CustomShape 1"/>
          <p:cNvSpPr/>
          <p:nvPr/>
        </p:nvSpPr>
        <p:spPr>
          <a:xfrm>
            <a:off x="0" y="3150000"/>
            <a:ext cx="9711000" cy="12510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7" r:id="rId2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CustomShape 1"/>
          <p:cNvSpPr/>
          <p:nvPr/>
        </p:nvSpPr>
        <p:spPr>
          <a:xfrm>
            <a:off x="0" y="3150000"/>
            <a:ext cx="9711000" cy="12510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9" r:id="rId2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CustomShape 1"/>
          <p:cNvSpPr/>
          <p:nvPr/>
        </p:nvSpPr>
        <p:spPr>
          <a:xfrm>
            <a:off x="0" y="3150000"/>
            <a:ext cx="9711000" cy="12510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1" r:id="rId2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CustomShape 1"/>
          <p:cNvSpPr/>
          <p:nvPr/>
        </p:nvSpPr>
        <p:spPr>
          <a:xfrm>
            <a:off x="0" y="3150000"/>
            <a:ext cx="9711000" cy="12510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3" r:id="rId2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CustomShape 1"/>
          <p:cNvSpPr/>
          <p:nvPr/>
        </p:nvSpPr>
        <p:spPr>
          <a:xfrm>
            <a:off x="0" y="3150000"/>
            <a:ext cx="9711000" cy="12510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5" r:id="rId2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CustomShape 1"/>
          <p:cNvSpPr/>
          <p:nvPr/>
        </p:nvSpPr>
        <p:spPr>
          <a:xfrm>
            <a:off x="0" y="3150000"/>
            <a:ext cx="9711000" cy="12510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7" r:id="rId2"/>
  </p:sldLayoutIdLst>
</p:sldMaster>
</file>

<file path=ppt/slideMasters/slideMaster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CustomShape 1"/>
          <p:cNvSpPr/>
          <p:nvPr/>
        </p:nvSpPr>
        <p:spPr>
          <a:xfrm>
            <a:off x="0" y="3150000"/>
            <a:ext cx="9711000" cy="12510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9" r:id="rId2"/>
  </p:sldLayoutIdLst>
</p:sldMaster>
</file>

<file path=ppt/slideMasters/slideMaster3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CustomShape 1"/>
          <p:cNvSpPr/>
          <p:nvPr/>
        </p:nvSpPr>
        <p:spPr>
          <a:xfrm>
            <a:off x="0" y="3150000"/>
            <a:ext cx="9711000" cy="12510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1" r:id="rId2"/>
  </p:sldLayoutIdLst>
</p:sldMaster>
</file>

<file path=ppt/slideMasters/slideMaster3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CustomShape 1"/>
          <p:cNvSpPr/>
          <p:nvPr/>
        </p:nvSpPr>
        <p:spPr>
          <a:xfrm>
            <a:off x="0" y="180000"/>
            <a:ext cx="9711000" cy="12510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48" name="CustomShape 2"/>
          <p:cNvSpPr/>
          <p:nvPr/>
        </p:nvSpPr>
        <p:spPr>
          <a:xfrm>
            <a:off x="7560000" y="6840000"/>
            <a:ext cx="2511000" cy="5310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49" name="CustomShape 3"/>
          <p:cNvSpPr/>
          <p:nvPr/>
        </p:nvSpPr>
        <p:spPr>
          <a:xfrm>
            <a:off x="900000" y="6840000"/>
            <a:ext cx="6471000" cy="53100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50" name="CustomShape 4"/>
          <p:cNvSpPr/>
          <p:nvPr/>
        </p:nvSpPr>
        <p:spPr>
          <a:xfrm>
            <a:off x="180000" y="6840000"/>
            <a:ext cx="531000" cy="53100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3" r:id="rId2"/>
  </p:sldLayoutIdLst>
</p:sldMaster>
</file>

<file path=ppt/slideMasters/slideMaster3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CustomShape 1"/>
          <p:cNvSpPr/>
          <p:nvPr/>
        </p:nvSpPr>
        <p:spPr>
          <a:xfrm>
            <a:off x="0" y="3150000"/>
            <a:ext cx="9711000" cy="12510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5" r:id="rId2"/>
  </p:sldLayoutIdLst>
</p:sldMaster>
</file>

<file path=ppt/slideMasters/slideMaster4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CustomShape 1"/>
          <p:cNvSpPr/>
          <p:nvPr/>
        </p:nvSpPr>
        <p:spPr>
          <a:xfrm>
            <a:off x="0" y="180000"/>
            <a:ext cx="9711000" cy="12510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57" name="CustomShape 2"/>
          <p:cNvSpPr/>
          <p:nvPr/>
        </p:nvSpPr>
        <p:spPr>
          <a:xfrm>
            <a:off x="7560000" y="6840000"/>
            <a:ext cx="2511000" cy="5310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58" name="CustomShape 3"/>
          <p:cNvSpPr/>
          <p:nvPr/>
        </p:nvSpPr>
        <p:spPr>
          <a:xfrm>
            <a:off x="900000" y="6840000"/>
            <a:ext cx="6471000" cy="53100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59" name="CustomShape 4"/>
          <p:cNvSpPr/>
          <p:nvPr/>
        </p:nvSpPr>
        <p:spPr>
          <a:xfrm>
            <a:off x="180000" y="6840000"/>
            <a:ext cx="531000" cy="53100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mailto:gustavo.hochuli@pucpr.br" TargetMode="External"/><Relationship Id="rId2" Type="http://schemas.openxmlformats.org/officeDocument/2006/relationships/hyperlink" Target="mailto:aghochuli@ppgia.pucpr.br" TargetMode="External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7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7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7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7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7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8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17.xml"/><Relationship Id="rId5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38.xml"/><Relationship Id="rId4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38.xml"/><Relationship Id="rId4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40.xml"/><Relationship Id="rId4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38.xml"/><Relationship Id="rId4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38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38.xml"/><Relationship Id="rId4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slideLayout" Target="../slideLayouts/slideLayout38.xml"/><Relationship Id="rId4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slideLayout" Target="../slideLayouts/slideLayout38.xml"/><Relationship Id="rId5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slideLayout" Target="../slideLayouts/slideLayout38.xml"/><Relationship Id="rId5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6.png"/><Relationship Id="rId3" Type="http://schemas.openxmlformats.org/officeDocument/2006/relationships/slideLayout" Target="../slideLayouts/slideLayout38.xml"/><Relationship Id="rId4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7.png"/><Relationship Id="rId3" Type="http://schemas.openxmlformats.org/officeDocument/2006/relationships/slideLayout" Target="../slideLayouts/slideLayout38.xml"/><Relationship Id="rId4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hyperlink" Target="https://cmps-people.ok.ubc.ca/ylucet/DS/AVLtree.html" TargetMode="External"/><Relationship Id="rId2" Type="http://schemas.openxmlformats.org/officeDocument/2006/relationships/hyperlink" Target="https://visualgo.net/en" TargetMode="External"/><Relationship Id="rId3" Type="http://schemas.openxmlformats.org/officeDocument/2006/relationships/hyperlink" Target="https://visualgo.net/en" TargetMode="External"/><Relationship Id="rId4" Type="http://schemas.openxmlformats.org/officeDocument/2006/relationships/slideLayout" Target="../slideLayouts/slideLayout40.xml"/><Relationship Id="rId5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hyperlink" Target="https://drive.google.com/file/d/1iNAsY1hraWFMaJjWwBbhne1AnEuk6lHr/view?usp=drive_link" TargetMode="External"/><Relationship Id="rId2" Type="http://schemas.openxmlformats.org/officeDocument/2006/relationships/image" Target="../media/image28.png"/><Relationship Id="rId3" Type="http://schemas.openxmlformats.org/officeDocument/2006/relationships/slideLayout" Target="../slideLayouts/slideLayout38.xml"/><Relationship Id="rId4" Type="http://schemas.openxmlformats.org/officeDocument/2006/relationships/notesSlide" Target="../notesSlides/notesSlide2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CustomShape 1"/>
          <p:cNvSpPr/>
          <p:nvPr/>
        </p:nvSpPr>
        <p:spPr>
          <a:xfrm>
            <a:off x="360000" y="3330000"/>
            <a:ext cx="9351000" cy="89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t-BR" sz="26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Fundamentals of Algorithms and Data Structures Lecture 4 – Nonlinear Data Structures: Trees 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CustomShape 2"/>
          <p:cNvSpPr/>
          <p:nvPr/>
        </p:nvSpPr>
        <p:spPr>
          <a:xfrm>
            <a:off x="540000" y="4680000"/>
            <a:ext cx="9171000" cy="25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22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Prof. André Gustavo Hochuli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2200" spc="-1" strike="noStrike" u="sng">
                <a:solidFill>
                  <a:srgbClr val="0000ff"/>
                </a:solidFill>
                <a:uFillTx/>
                <a:latin typeface="Latin Modern Sans"/>
                <a:ea typeface="DejaVu Sans"/>
                <a:hlinkClick r:id="rId1"/>
              </a:rPr>
              <a:t>gustavo.hochuli@pucpr.br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2200" spc="-1" strike="noStrike" u="sng">
                <a:solidFill>
                  <a:srgbClr val="0000ff"/>
                </a:solidFill>
                <a:uFillTx/>
                <a:latin typeface="Latin Modern Sans"/>
                <a:ea typeface="DejaVu Sans"/>
                <a:hlinkClick r:id="rId2"/>
              </a:rPr>
              <a:t>aghochuli@ppgia.pucpr.br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CustomShape 1"/>
          <p:cNvSpPr/>
          <p:nvPr/>
        </p:nvSpPr>
        <p:spPr>
          <a:xfrm>
            <a:off x="360000" y="360000"/>
            <a:ext cx="9351000" cy="89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Outline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CustomShape 2"/>
          <p:cNvSpPr/>
          <p:nvPr/>
        </p:nvSpPr>
        <p:spPr>
          <a:xfrm>
            <a:off x="360000" y="1980000"/>
            <a:ext cx="9171000" cy="46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lvl="1" marL="432000" indent="-212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1c1c1c"/>
                </a:solidFill>
                <a:latin typeface="Calibri"/>
                <a:ea typeface="DejaVu Sans"/>
              </a:rPr>
              <a:t>Nonlinear Data Structures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1c1c1c"/>
                </a:solidFill>
                <a:latin typeface="Calibri"/>
                <a:ea typeface="DejaVu Sans"/>
              </a:rPr>
              <a:t>Tree Concepts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1c1c1c"/>
                </a:solidFill>
                <a:latin typeface="Calibri"/>
                <a:ea typeface="DejaVu Sans"/>
              </a:rPr>
              <a:t>Binary Trees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1c1c1c"/>
                </a:solidFill>
                <a:latin typeface="Calibri"/>
                <a:ea typeface="DejaVu Sans"/>
              </a:rPr>
              <a:t>Balanced Binary Trees (AVL – Adelson-Velsky and Landis)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CustomShape 3"/>
          <p:cNvSpPr/>
          <p:nvPr/>
        </p:nvSpPr>
        <p:spPr>
          <a:xfrm>
            <a:off x="7608600" y="6886080"/>
            <a:ext cx="227628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CustomShape 4"/>
          <p:cNvSpPr/>
          <p:nvPr/>
        </p:nvSpPr>
        <p:spPr>
          <a:xfrm>
            <a:off x="897120" y="6886080"/>
            <a:ext cx="64382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Algorithms and Data Structures –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CustomShape 44"/>
          <p:cNvSpPr/>
          <p:nvPr/>
        </p:nvSpPr>
        <p:spPr>
          <a:xfrm>
            <a:off x="360000" y="3330000"/>
            <a:ext cx="9351000" cy="89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4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	</a:t>
            </a:r>
            <a:r>
              <a:rPr b="1" lang="pt-BR" sz="4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	</a:t>
            </a:r>
            <a:r>
              <a:rPr b="1" lang="pt-BR" sz="4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	</a:t>
            </a:r>
            <a:r>
              <a:rPr b="1" lang="pt-BR" sz="4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	</a:t>
            </a:r>
            <a:r>
              <a:rPr b="1" lang="pt-BR" sz="4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Trees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CustomShape 45"/>
          <p:cNvSpPr/>
          <p:nvPr/>
        </p:nvSpPr>
        <p:spPr>
          <a:xfrm>
            <a:off x="540000" y="4680000"/>
            <a:ext cx="9171000" cy="25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CustomShape 1"/>
          <p:cNvSpPr/>
          <p:nvPr/>
        </p:nvSpPr>
        <p:spPr>
          <a:xfrm>
            <a:off x="360000" y="360000"/>
            <a:ext cx="9351000" cy="89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Trees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CustomShape 2"/>
          <p:cNvSpPr/>
          <p:nvPr/>
        </p:nvSpPr>
        <p:spPr>
          <a:xfrm>
            <a:off x="360000" y="1980000"/>
            <a:ext cx="9171000" cy="46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lvl="1" marL="432000" indent="-212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Nonlinear Data Structures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2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Hierarchical Representation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2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Applications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Syntax Checkers(Grammars, Compilers)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Databases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Routers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Process Schedulers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Artificial Intelligence (AI)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2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CustomShape 3"/>
          <p:cNvSpPr/>
          <p:nvPr/>
        </p:nvSpPr>
        <p:spPr>
          <a:xfrm>
            <a:off x="7608600" y="6886080"/>
            <a:ext cx="227628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CustomShape 4"/>
          <p:cNvSpPr/>
          <p:nvPr/>
        </p:nvSpPr>
        <p:spPr>
          <a:xfrm>
            <a:off x="897120" y="6886080"/>
            <a:ext cx="64382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Algorithms and Data Structures –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0" name="Imagem 257" descr=""/>
          <p:cNvPicPr/>
          <p:nvPr/>
        </p:nvPicPr>
        <p:blipFill>
          <a:blip r:embed="rId1"/>
          <a:stretch/>
        </p:blipFill>
        <p:spPr>
          <a:xfrm>
            <a:off x="5235480" y="4272480"/>
            <a:ext cx="3903120" cy="2299680"/>
          </a:xfrm>
          <a:prstGeom prst="rect">
            <a:avLst/>
          </a:prstGeom>
          <a:ln w="0">
            <a:noFill/>
          </a:ln>
        </p:spPr>
      </p:pic>
      <p:pic>
        <p:nvPicPr>
          <p:cNvPr id="281" name="Imagem 258" descr=""/>
          <p:cNvPicPr/>
          <p:nvPr/>
        </p:nvPicPr>
        <p:blipFill>
          <a:blip r:embed="rId2"/>
          <a:stretch/>
        </p:blipFill>
        <p:spPr>
          <a:xfrm>
            <a:off x="5760720" y="1661040"/>
            <a:ext cx="2792880" cy="2082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CustomShape 1"/>
          <p:cNvSpPr/>
          <p:nvPr/>
        </p:nvSpPr>
        <p:spPr>
          <a:xfrm>
            <a:off x="360000" y="360000"/>
            <a:ext cx="9351000" cy="89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Tree Data Structures – Core Concepts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CustomShape 2"/>
          <p:cNvSpPr/>
          <p:nvPr/>
        </p:nvSpPr>
        <p:spPr>
          <a:xfrm>
            <a:off x="360000" y="1980000"/>
            <a:ext cx="9171000" cy="46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lvl="1" marL="432000" indent="-212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Trees Do Not Contain Cycles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2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Degree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Number of subtrees (i.e., number of children of a node)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Nodes: A = 2, C = 3, D = 0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Tree Degree: 3 (maximum node degree in the tree)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2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Distance from a node to the root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Nodes: D = 2, I = 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Tree Level (Height): 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CustomShape 3"/>
          <p:cNvSpPr/>
          <p:nvPr/>
        </p:nvSpPr>
        <p:spPr>
          <a:xfrm>
            <a:off x="7608600" y="6886080"/>
            <a:ext cx="227628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CustomShape 4"/>
          <p:cNvSpPr/>
          <p:nvPr/>
        </p:nvSpPr>
        <p:spPr>
          <a:xfrm>
            <a:off x="897120" y="6886080"/>
            <a:ext cx="64382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Algorithms and Data Structures –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6" name="Imagem 263" descr=""/>
          <p:cNvPicPr/>
          <p:nvPr/>
        </p:nvPicPr>
        <p:blipFill>
          <a:blip r:embed="rId1"/>
          <a:stretch/>
        </p:blipFill>
        <p:spPr>
          <a:xfrm>
            <a:off x="6858000" y="1828800"/>
            <a:ext cx="2365560" cy="1755360"/>
          </a:xfrm>
          <a:prstGeom prst="rect">
            <a:avLst/>
          </a:prstGeom>
          <a:ln w="0">
            <a:noFill/>
          </a:ln>
        </p:spPr>
      </p:pic>
      <p:pic>
        <p:nvPicPr>
          <p:cNvPr id="287" name="Imagem 264" descr=""/>
          <p:cNvPicPr/>
          <p:nvPr/>
        </p:nvPicPr>
        <p:blipFill>
          <a:blip r:embed="rId2"/>
          <a:stretch/>
        </p:blipFill>
        <p:spPr>
          <a:xfrm>
            <a:off x="5715000" y="4124520"/>
            <a:ext cx="3052800" cy="2276280"/>
          </a:xfrm>
          <a:prstGeom prst="rect">
            <a:avLst/>
          </a:prstGeom>
          <a:ln w="0">
            <a:noFill/>
          </a:ln>
        </p:spPr>
      </p:pic>
      <p:sp>
        <p:nvSpPr>
          <p:cNvPr id="288" name=""/>
          <p:cNvSpPr/>
          <p:nvPr/>
        </p:nvSpPr>
        <p:spPr>
          <a:xfrm>
            <a:off x="6629400" y="4171320"/>
            <a:ext cx="180000" cy="17208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89" name=""/>
          <p:cNvSpPr/>
          <p:nvPr/>
        </p:nvSpPr>
        <p:spPr>
          <a:xfrm>
            <a:off x="5763600" y="5257800"/>
            <a:ext cx="180000" cy="17208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90" name=""/>
          <p:cNvSpPr/>
          <p:nvPr/>
        </p:nvSpPr>
        <p:spPr>
          <a:xfrm flipH="1">
            <a:off x="7869600" y="4620600"/>
            <a:ext cx="360000" cy="1800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CustomShape 1"/>
          <p:cNvSpPr/>
          <p:nvPr/>
        </p:nvSpPr>
        <p:spPr>
          <a:xfrm>
            <a:off x="360000" y="360000"/>
            <a:ext cx="9351000" cy="89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Binary Tree Structures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CustomShape 2"/>
          <p:cNvSpPr/>
          <p:nvPr/>
        </p:nvSpPr>
        <p:spPr>
          <a:xfrm>
            <a:off x="180000" y="1980000"/>
            <a:ext cx="9171000" cy="46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81111"/>
          </a:bodyPr>
          <a:p>
            <a:pPr lvl="1" marL="432000" indent="-212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Binary Trees Have a Maximum Degree of 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2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2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Tree Traversal (Visitation Strategy)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Preorder: root → left → right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Postorder: left → right → root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Inorder: left → root → right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Level-order*: level by level (N = 0 → N = 1 → …)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(*) Non-recursive method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(*) Requires a queue (tree traversal using a queue)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CustomShape 3"/>
          <p:cNvSpPr/>
          <p:nvPr/>
        </p:nvSpPr>
        <p:spPr>
          <a:xfrm>
            <a:off x="7608600" y="6886080"/>
            <a:ext cx="227628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CustomShape 4"/>
          <p:cNvSpPr/>
          <p:nvPr/>
        </p:nvSpPr>
        <p:spPr>
          <a:xfrm>
            <a:off x="897120" y="6886080"/>
            <a:ext cx="64382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Algorithms and Data Structures –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5" name="Imagem 275" descr=""/>
          <p:cNvPicPr/>
          <p:nvPr/>
        </p:nvPicPr>
        <p:blipFill>
          <a:blip r:embed="rId1"/>
          <a:stretch/>
        </p:blipFill>
        <p:spPr>
          <a:xfrm>
            <a:off x="4308480" y="1842480"/>
            <a:ext cx="5080680" cy="1718280"/>
          </a:xfrm>
          <a:prstGeom prst="rect">
            <a:avLst/>
          </a:prstGeom>
          <a:ln w="0">
            <a:noFill/>
          </a:ln>
        </p:spPr>
      </p:pic>
      <p:pic>
        <p:nvPicPr>
          <p:cNvPr id="296" name="Imagem 276" descr=""/>
          <p:cNvPicPr/>
          <p:nvPr/>
        </p:nvPicPr>
        <p:blipFill>
          <a:blip r:embed="rId2"/>
          <a:stretch/>
        </p:blipFill>
        <p:spPr>
          <a:xfrm>
            <a:off x="4800600" y="4063680"/>
            <a:ext cx="4755960" cy="1879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CustomShape 1"/>
          <p:cNvSpPr/>
          <p:nvPr/>
        </p:nvSpPr>
        <p:spPr>
          <a:xfrm>
            <a:off x="360000" y="360000"/>
            <a:ext cx="9351000" cy="89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Binary Tree - Implementation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CustomShape 2"/>
          <p:cNvSpPr/>
          <p:nvPr/>
        </p:nvSpPr>
        <p:spPr>
          <a:xfrm>
            <a:off x="180000" y="1980000"/>
            <a:ext cx="9171000" cy="46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lvl="1" marL="432000" indent="-212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CustomShape 3"/>
          <p:cNvSpPr/>
          <p:nvPr/>
        </p:nvSpPr>
        <p:spPr>
          <a:xfrm>
            <a:off x="7608600" y="6886080"/>
            <a:ext cx="227628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CustomShape 4"/>
          <p:cNvSpPr/>
          <p:nvPr/>
        </p:nvSpPr>
        <p:spPr>
          <a:xfrm>
            <a:off x="897120" y="6886080"/>
            <a:ext cx="64382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Algorithms and Data Structures –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1" name="Imagem 281" descr=""/>
          <p:cNvPicPr/>
          <p:nvPr/>
        </p:nvPicPr>
        <p:blipFill>
          <a:blip r:embed="rId1"/>
          <a:stretch/>
        </p:blipFill>
        <p:spPr>
          <a:xfrm>
            <a:off x="6108480" y="1645920"/>
            <a:ext cx="2572920" cy="1823400"/>
          </a:xfrm>
          <a:prstGeom prst="rect">
            <a:avLst/>
          </a:prstGeom>
          <a:ln w="0">
            <a:noFill/>
          </a:ln>
        </p:spPr>
      </p:pic>
      <p:pic>
        <p:nvPicPr>
          <p:cNvPr id="302" name="Imagem 2" descr=""/>
          <p:cNvPicPr/>
          <p:nvPr/>
        </p:nvPicPr>
        <p:blipFill>
          <a:blip r:embed="rId2"/>
          <a:stretch/>
        </p:blipFill>
        <p:spPr>
          <a:xfrm>
            <a:off x="313560" y="1533960"/>
            <a:ext cx="4336200" cy="5281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CustomShape 1"/>
          <p:cNvSpPr/>
          <p:nvPr/>
        </p:nvSpPr>
        <p:spPr>
          <a:xfrm>
            <a:off x="360000" y="360000"/>
            <a:ext cx="9351000" cy="89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Trees - Transversal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CustomShape 2"/>
          <p:cNvSpPr/>
          <p:nvPr/>
        </p:nvSpPr>
        <p:spPr>
          <a:xfrm>
            <a:off x="180000" y="1980000"/>
            <a:ext cx="9171000" cy="46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lvl="1" marL="432000" indent="-212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CustomShape 3"/>
          <p:cNvSpPr/>
          <p:nvPr/>
        </p:nvSpPr>
        <p:spPr>
          <a:xfrm>
            <a:off x="7608600" y="6886080"/>
            <a:ext cx="227628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CustomShape 4"/>
          <p:cNvSpPr/>
          <p:nvPr/>
        </p:nvSpPr>
        <p:spPr>
          <a:xfrm>
            <a:off x="897120" y="6886080"/>
            <a:ext cx="64382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Algorithms and Data Structures –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7" name="Imagem 301" descr=""/>
          <p:cNvPicPr/>
          <p:nvPr/>
        </p:nvPicPr>
        <p:blipFill>
          <a:blip r:embed="rId1"/>
          <a:stretch/>
        </p:blipFill>
        <p:spPr>
          <a:xfrm>
            <a:off x="3777840" y="1747800"/>
            <a:ext cx="6072840" cy="2757960"/>
          </a:xfrm>
          <a:prstGeom prst="rect">
            <a:avLst/>
          </a:prstGeom>
          <a:ln w="0">
            <a:noFill/>
          </a:ln>
        </p:spPr>
      </p:pic>
      <p:pic>
        <p:nvPicPr>
          <p:cNvPr id="308" name="Imagem 2" descr=""/>
          <p:cNvPicPr/>
          <p:nvPr/>
        </p:nvPicPr>
        <p:blipFill>
          <a:blip r:embed="rId2"/>
          <a:srcRect l="0" t="0" r="0" b="69055"/>
          <a:stretch/>
        </p:blipFill>
        <p:spPr>
          <a:xfrm>
            <a:off x="226800" y="1601640"/>
            <a:ext cx="3413520" cy="1560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CustomShape 8"/>
          <p:cNvSpPr/>
          <p:nvPr/>
        </p:nvSpPr>
        <p:spPr>
          <a:xfrm>
            <a:off x="360000" y="360000"/>
            <a:ext cx="9351000" cy="89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Trees - Exercise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CustomShape 9"/>
          <p:cNvSpPr/>
          <p:nvPr/>
        </p:nvSpPr>
        <p:spPr>
          <a:xfrm>
            <a:off x="180000" y="1980000"/>
            <a:ext cx="9171000" cy="46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lvl="1" marL="432000" indent="-212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Implement the following tree traversals: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Post-Order Transversal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In-Order Transversal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CustomShape 10"/>
          <p:cNvSpPr/>
          <p:nvPr/>
        </p:nvSpPr>
        <p:spPr>
          <a:xfrm>
            <a:off x="7608600" y="6886080"/>
            <a:ext cx="227628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CustomShape 11"/>
          <p:cNvSpPr/>
          <p:nvPr/>
        </p:nvSpPr>
        <p:spPr>
          <a:xfrm>
            <a:off x="897120" y="6886080"/>
            <a:ext cx="64382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Algorithms and Data Structures –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3" name="Imagem 4" descr=""/>
          <p:cNvPicPr/>
          <p:nvPr/>
        </p:nvPicPr>
        <p:blipFill>
          <a:blip r:embed="rId1"/>
          <a:stretch/>
        </p:blipFill>
        <p:spPr>
          <a:xfrm>
            <a:off x="3657600" y="2499840"/>
            <a:ext cx="6072840" cy="2757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Imagem 310" descr=""/>
          <p:cNvPicPr/>
          <p:nvPr/>
        </p:nvPicPr>
        <p:blipFill>
          <a:blip r:embed="rId1"/>
          <a:stretch/>
        </p:blipFill>
        <p:spPr>
          <a:xfrm>
            <a:off x="3360240" y="2252880"/>
            <a:ext cx="6537600" cy="3051360"/>
          </a:xfrm>
          <a:prstGeom prst="rect">
            <a:avLst/>
          </a:prstGeom>
          <a:ln w="0">
            <a:noFill/>
          </a:ln>
        </p:spPr>
      </p:pic>
      <p:sp>
        <p:nvSpPr>
          <p:cNvPr id="315" name="CustomShape 1"/>
          <p:cNvSpPr/>
          <p:nvPr/>
        </p:nvSpPr>
        <p:spPr>
          <a:xfrm>
            <a:off x="360000" y="360000"/>
            <a:ext cx="9351000" cy="89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Trees – Exercise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CustomShape 2"/>
          <p:cNvSpPr/>
          <p:nvPr/>
        </p:nvSpPr>
        <p:spPr>
          <a:xfrm>
            <a:off x="180000" y="1836000"/>
            <a:ext cx="9171000" cy="46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87222"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Implementing a Morse Code Translator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	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r>
              <a:rPr b="0" lang="pt-BR" sz="16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pt-BR" sz="16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CustomShape 3"/>
          <p:cNvSpPr/>
          <p:nvPr/>
        </p:nvSpPr>
        <p:spPr>
          <a:xfrm>
            <a:off x="7608600" y="6886080"/>
            <a:ext cx="227628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CustomShape 4"/>
          <p:cNvSpPr/>
          <p:nvPr/>
        </p:nvSpPr>
        <p:spPr>
          <a:xfrm>
            <a:off x="897120" y="6886080"/>
            <a:ext cx="64382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Algorithms and Data Structures –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9" name="Imagem 308" descr=""/>
          <p:cNvPicPr/>
          <p:nvPr/>
        </p:nvPicPr>
        <p:blipFill>
          <a:blip r:embed="rId2"/>
          <a:stretch/>
        </p:blipFill>
        <p:spPr>
          <a:xfrm>
            <a:off x="726840" y="2730600"/>
            <a:ext cx="2793600" cy="2147400"/>
          </a:xfrm>
          <a:prstGeom prst="rect">
            <a:avLst/>
          </a:prstGeom>
          <a:ln w="0">
            <a:noFill/>
          </a:ln>
        </p:spPr>
      </p:pic>
      <p:pic>
        <p:nvPicPr>
          <p:cNvPr id="320" name="Imagem 309" descr=""/>
          <p:cNvPicPr/>
          <p:nvPr/>
        </p:nvPicPr>
        <p:blipFill>
          <a:blip r:embed="rId3"/>
          <a:stretch/>
        </p:blipFill>
        <p:spPr>
          <a:xfrm>
            <a:off x="559800" y="4956840"/>
            <a:ext cx="2597760" cy="489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CustomShape 6"/>
          <p:cNvSpPr/>
          <p:nvPr/>
        </p:nvSpPr>
        <p:spPr>
          <a:xfrm>
            <a:off x="360000" y="3330000"/>
            <a:ext cx="9351000" cy="89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AVL Trees (Adelson-Velsky and Landis Trees)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CustomShape 7"/>
          <p:cNvSpPr/>
          <p:nvPr/>
        </p:nvSpPr>
        <p:spPr>
          <a:xfrm>
            <a:off x="540000" y="4680000"/>
            <a:ext cx="9171000" cy="25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CustomShape 87"/>
          <p:cNvSpPr/>
          <p:nvPr/>
        </p:nvSpPr>
        <p:spPr>
          <a:xfrm>
            <a:off x="360000" y="360000"/>
            <a:ext cx="9351000" cy="89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AVL Balanced Binary Trees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CustomShape 88"/>
          <p:cNvSpPr/>
          <p:nvPr/>
        </p:nvSpPr>
        <p:spPr>
          <a:xfrm>
            <a:off x="360000" y="1980000"/>
            <a:ext cx="9171000" cy="46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87222"/>
          </a:bodyPr>
          <a:p>
            <a:pPr lvl="1" marL="432000" indent="-212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Adelson Velsy e Landis (AVL)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2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Insert the following keys sequentially into a Binary Search Tree (BST):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384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10,20,30,40,50,60,70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	</a:t>
            </a: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	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CustomShape 89"/>
          <p:cNvSpPr/>
          <p:nvPr/>
        </p:nvSpPr>
        <p:spPr>
          <a:xfrm>
            <a:off x="7608600" y="6886080"/>
            <a:ext cx="227628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CustomShape 90"/>
          <p:cNvSpPr/>
          <p:nvPr/>
        </p:nvSpPr>
        <p:spPr>
          <a:xfrm>
            <a:off x="897120" y="6886080"/>
            <a:ext cx="64382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Algorithms and Data Structures –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7" name="Imagem 84" descr=""/>
          <p:cNvPicPr/>
          <p:nvPr/>
        </p:nvPicPr>
        <p:blipFill>
          <a:blip r:embed="rId1"/>
          <a:stretch/>
        </p:blipFill>
        <p:spPr>
          <a:xfrm>
            <a:off x="4031280" y="1824480"/>
            <a:ext cx="5564880" cy="1005120"/>
          </a:xfrm>
          <a:prstGeom prst="rect">
            <a:avLst/>
          </a:prstGeom>
          <a:ln w="0">
            <a:noFill/>
          </a:ln>
        </p:spPr>
      </p:pic>
      <p:pic>
        <p:nvPicPr>
          <p:cNvPr id="328" name="Imagem 85" descr=""/>
          <p:cNvPicPr/>
          <p:nvPr/>
        </p:nvPicPr>
        <p:blipFill>
          <a:blip r:embed="rId2"/>
          <a:srcRect l="0" t="-1347" r="56044" b="1347"/>
          <a:stretch/>
        </p:blipFill>
        <p:spPr>
          <a:xfrm>
            <a:off x="1371600" y="3765600"/>
            <a:ext cx="2753640" cy="2347200"/>
          </a:xfrm>
          <a:prstGeom prst="rect">
            <a:avLst/>
          </a:prstGeom>
          <a:ln w="0">
            <a:noFill/>
          </a:ln>
        </p:spPr>
      </p:pic>
      <p:sp>
        <p:nvSpPr>
          <p:cNvPr id="329" name="CaixaDeTexto 46"/>
          <p:cNvSpPr/>
          <p:nvPr/>
        </p:nvSpPr>
        <p:spPr>
          <a:xfrm>
            <a:off x="1623600" y="6174720"/>
            <a:ext cx="23209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t-BR" sz="1600" spc="-1" strike="noStrike">
                <a:solidFill>
                  <a:srgbClr val="000000"/>
                </a:solidFill>
                <a:latin typeface="Arial"/>
                <a:ea typeface="DejaVu Sans"/>
              </a:rPr>
              <a:t>Causes Tree Imbalance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CustomShape 92"/>
          <p:cNvSpPr/>
          <p:nvPr/>
        </p:nvSpPr>
        <p:spPr>
          <a:xfrm>
            <a:off x="360000" y="360000"/>
            <a:ext cx="9351000" cy="89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AVL Balanced Binary Trees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CustomShape 93"/>
          <p:cNvSpPr/>
          <p:nvPr/>
        </p:nvSpPr>
        <p:spPr>
          <a:xfrm>
            <a:off x="360000" y="1980000"/>
            <a:ext cx="9171000" cy="46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87222"/>
          </a:bodyPr>
          <a:p>
            <a:pPr lvl="1" marL="432000" indent="-212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Adelson Velsy e Landis (AVL)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2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2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Insert the following keys sequentially into a Binary Search Tree (BST):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384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10,20,30,40,50,60,70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	</a:t>
            </a: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	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CustomShape 94"/>
          <p:cNvSpPr/>
          <p:nvPr/>
        </p:nvSpPr>
        <p:spPr>
          <a:xfrm>
            <a:off x="7608600" y="6886080"/>
            <a:ext cx="227628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CustomShape 95"/>
          <p:cNvSpPr/>
          <p:nvPr/>
        </p:nvSpPr>
        <p:spPr>
          <a:xfrm>
            <a:off x="897120" y="6886080"/>
            <a:ext cx="64382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Algorithms and Data Structures –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4" name="Imagem 86" descr=""/>
          <p:cNvPicPr/>
          <p:nvPr/>
        </p:nvPicPr>
        <p:blipFill>
          <a:blip r:embed="rId1"/>
          <a:stretch/>
        </p:blipFill>
        <p:spPr>
          <a:xfrm>
            <a:off x="4031280" y="1824480"/>
            <a:ext cx="5564880" cy="1005120"/>
          </a:xfrm>
          <a:prstGeom prst="rect">
            <a:avLst/>
          </a:prstGeom>
          <a:ln w="0">
            <a:noFill/>
          </a:ln>
        </p:spPr>
      </p:pic>
      <p:pic>
        <p:nvPicPr>
          <p:cNvPr id="335" name="Imagem 87" descr=""/>
          <p:cNvPicPr/>
          <p:nvPr/>
        </p:nvPicPr>
        <p:blipFill>
          <a:blip r:embed="rId2"/>
          <a:stretch/>
        </p:blipFill>
        <p:spPr>
          <a:xfrm>
            <a:off x="1262520" y="3765600"/>
            <a:ext cx="6281280" cy="2347200"/>
          </a:xfrm>
          <a:prstGeom prst="rect">
            <a:avLst/>
          </a:prstGeom>
          <a:ln w="0">
            <a:noFill/>
          </a:ln>
        </p:spPr>
      </p:pic>
      <p:sp>
        <p:nvSpPr>
          <p:cNvPr id="336" name="CaixaDeTexto 47"/>
          <p:cNvSpPr/>
          <p:nvPr/>
        </p:nvSpPr>
        <p:spPr>
          <a:xfrm>
            <a:off x="1854720" y="5997600"/>
            <a:ext cx="19198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Unbalanced Tree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CaixaDeTexto 48"/>
          <p:cNvSpPr/>
          <p:nvPr/>
        </p:nvSpPr>
        <p:spPr>
          <a:xfrm>
            <a:off x="4668480" y="5486400"/>
            <a:ext cx="2834280" cy="91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AVL Balanced Binary Tree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CustomShape 17"/>
          <p:cNvSpPr/>
          <p:nvPr/>
        </p:nvSpPr>
        <p:spPr>
          <a:xfrm>
            <a:off x="430200" y="1980000"/>
            <a:ext cx="9171000" cy="46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lvl="1" marL="432000" indent="-212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Balanced Tree: for every node, the height difference between the left and right subtrees is at most ±1.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2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That is, the Balance Factor is defined as: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BF(n) = hₗ − hᵣ → |BF(n)| ≤ 1 ⇒ node is balanced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BF(n) = 0 → hₗ = hᵣ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BF(n) &gt; 0 → hₗ &gt; hᵣ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BF(n) &lt; 0 → hₗ &lt; hᵣ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2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Notation: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( hₗ ): height of the left subtree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( hᵣ ): height of the right subtree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CustomShape 18"/>
          <p:cNvSpPr/>
          <p:nvPr/>
        </p:nvSpPr>
        <p:spPr>
          <a:xfrm>
            <a:off x="360000" y="360000"/>
            <a:ext cx="9351000" cy="89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AVL Balanced Binary Trees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CustomShape 19"/>
          <p:cNvSpPr/>
          <p:nvPr/>
        </p:nvSpPr>
        <p:spPr>
          <a:xfrm>
            <a:off x="7608600" y="6886080"/>
            <a:ext cx="227628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CustomShape 20"/>
          <p:cNvSpPr/>
          <p:nvPr/>
        </p:nvSpPr>
        <p:spPr>
          <a:xfrm>
            <a:off x="897120" y="6886080"/>
            <a:ext cx="64382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Algorithms and Data Structures –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2" name="Imagem 3" descr=""/>
          <p:cNvPicPr/>
          <p:nvPr/>
        </p:nvPicPr>
        <p:blipFill>
          <a:blip r:embed="rId1"/>
          <a:srcRect l="55333" t="0" r="0" b="20116"/>
          <a:stretch/>
        </p:blipFill>
        <p:spPr>
          <a:xfrm>
            <a:off x="7086600" y="3428640"/>
            <a:ext cx="2826000" cy="2285640"/>
          </a:xfrm>
          <a:prstGeom prst="rect">
            <a:avLst/>
          </a:prstGeom>
          <a:ln w="0">
            <a:noFill/>
          </a:ln>
        </p:spPr>
      </p:pic>
      <p:sp>
        <p:nvSpPr>
          <p:cNvPr id="343" name="CaixaDeTexto 3"/>
          <p:cNvSpPr/>
          <p:nvPr/>
        </p:nvSpPr>
        <p:spPr>
          <a:xfrm>
            <a:off x="7667640" y="5714280"/>
            <a:ext cx="17049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t-BR" sz="1500" spc="-1" strike="noStrike">
                <a:solidFill>
                  <a:srgbClr val="000000"/>
                </a:solidFill>
                <a:latin typeface="Arial"/>
                <a:ea typeface="DejaVu Sans"/>
              </a:rPr>
              <a:t>Unbalanced Tree</a:t>
            </a:r>
            <a:endParaRPr b="1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4" name="Imagem 1" descr=""/>
          <p:cNvPicPr/>
          <p:nvPr/>
        </p:nvPicPr>
        <p:blipFill>
          <a:blip r:embed="rId2"/>
          <a:srcRect l="0" t="0" r="55333" b="31956"/>
          <a:stretch/>
        </p:blipFill>
        <p:spPr>
          <a:xfrm>
            <a:off x="4114800" y="3539520"/>
            <a:ext cx="2826000" cy="1946880"/>
          </a:xfrm>
          <a:prstGeom prst="rect">
            <a:avLst/>
          </a:prstGeom>
          <a:ln w="0">
            <a:noFill/>
          </a:ln>
        </p:spPr>
      </p:pic>
      <p:sp>
        <p:nvSpPr>
          <p:cNvPr id="345" name="CaixaDeTexto 2"/>
          <p:cNvSpPr/>
          <p:nvPr/>
        </p:nvSpPr>
        <p:spPr>
          <a:xfrm>
            <a:off x="4800600" y="5396760"/>
            <a:ext cx="14706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t-BR" sz="1500" spc="-1" strike="noStrike">
                <a:solidFill>
                  <a:srgbClr val="000000"/>
                </a:solidFill>
                <a:latin typeface="Arial"/>
                <a:ea typeface="DejaVu Sans"/>
              </a:rPr>
              <a:t>Balanced Tree</a:t>
            </a:r>
            <a:endParaRPr b="1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CustomShape 107"/>
          <p:cNvSpPr/>
          <p:nvPr/>
        </p:nvSpPr>
        <p:spPr>
          <a:xfrm>
            <a:off x="360000" y="360000"/>
            <a:ext cx="9351000" cy="89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AVL Balanced Binary Trees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CustomShape 108"/>
          <p:cNvSpPr/>
          <p:nvPr/>
        </p:nvSpPr>
        <p:spPr>
          <a:xfrm>
            <a:off x="360000" y="1980000"/>
            <a:ext cx="9171000" cy="46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CustomShape 109"/>
          <p:cNvSpPr/>
          <p:nvPr/>
        </p:nvSpPr>
        <p:spPr>
          <a:xfrm>
            <a:off x="7608600" y="6886080"/>
            <a:ext cx="227628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CustomShape 110"/>
          <p:cNvSpPr/>
          <p:nvPr/>
        </p:nvSpPr>
        <p:spPr>
          <a:xfrm>
            <a:off x="897120" y="6886080"/>
            <a:ext cx="64382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Algorithms and Data Structures –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0" name="Imagem 92" descr=""/>
          <p:cNvPicPr/>
          <p:nvPr/>
        </p:nvPicPr>
        <p:blipFill>
          <a:blip r:embed="rId1"/>
          <a:srcRect l="0" t="0" r="61948" b="0"/>
          <a:stretch/>
        </p:blipFill>
        <p:spPr>
          <a:xfrm>
            <a:off x="1143000" y="2281320"/>
            <a:ext cx="3199320" cy="2518560"/>
          </a:xfrm>
          <a:prstGeom prst="rect">
            <a:avLst/>
          </a:prstGeom>
          <a:ln w="0">
            <a:noFill/>
          </a:ln>
        </p:spPr>
      </p:pic>
      <p:pic>
        <p:nvPicPr>
          <p:cNvPr id="351" name="Imagem 93" descr=""/>
          <p:cNvPicPr/>
          <p:nvPr/>
        </p:nvPicPr>
        <p:blipFill>
          <a:blip r:embed="rId2"/>
          <a:stretch/>
        </p:blipFill>
        <p:spPr>
          <a:xfrm>
            <a:off x="5357160" y="2971800"/>
            <a:ext cx="3328920" cy="1191600"/>
          </a:xfrm>
          <a:prstGeom prst="rect">
            <a:avLst/>
          </a:prstGeom>
          <a:ln w="0">
            <a:noFill/>
          </a:ln>
        </p:spPr>
      </p:pic>
      <p:sp>
        <p:nvSpPr>
          <p:cNvPr id="352" name=""/>
          <p:cNvSpPr/>
          <p:nvPr/>
        </p:nvSpPr>
        <p:spPr>
          <a:xfrm>
            <a:off x="5257800" y="4020840"/>
            <a:ext cx="4572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CustomShape 112"/>
          <p:cNvSpPr/>
          <p:nvPr/>
        </p:nvSpPr>
        <p:spPr>
          <a:xfrm>
            <a:off x="360000" y="360000"/>
            <a:ext cx="9351000" cy="89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AVL Balanced Binary Trees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CustomShape 113"/>
          <p:cNvSpPr/>
          <p:nvPr/>
        </p:nvSpPr>
        <p:spPr>
          <a:xfrm>
            <a:off x="360000" y="1980000"/>
            <a:ext cx="9171000" cy="46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lvl="1" marL="432000" indent="-212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4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Insertion Step: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4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Insert key 23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4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Perform rebalancing if |BF| &gt; 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2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4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How to Determine Rotations (AVL)?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4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RR → Right Rotation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4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LL → Left Rotation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4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LR → Left + Right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4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RL → Right + Left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CustomShape 114"/>
          <p:cNvSpPr/>
          <p:nvPr/>
        </p:nvSpPr>
        <p:spPr>
          <a:xfrm>
            <a:off x="7608600" y="6886080"/>
            <a:ext cx="227628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CustomShape 115"/>
          <p:cNvSpPr/>
          <p:nvPr/>
        </p:nvSpPr>
        <p:spPr>
          <a:xfrm>
            <a:off x="897120" y="6886080"/>
            <a:ext cx="64382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Algorithms and Data Structures –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7" name="" descr=""/>
          <p:cNvPicPr/>
          <p:nvPr/>
        </p:nvPicPr>
        <p:blipFill>
          <a:blip r:embed="rId1"/>
          <a:stretch/>
        </p:blipFill>
        <p:spPr>
          <a:xfrm>
            <a:off x="3786840" y="4114800"/>
            <a:ext cx="5585760" cy="1195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CustomShape 117"/>
          <p:cNvSpPr/>
          <p:nvPr/>
        </p:nvSpPr>
        <p:spPr>
          <a:xfrm>
            <a:off x="360000" y="360000"/>
            <a:ext cx="9351000" cy="89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AVL Balanced Binary Trees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CustomShape 118"/>
          <p:cNvSpPr/>
          <p:nvPr/>
        </p:nvSpPr>
        <p:spPr>
          <a:xfrm>
            <a:off x="360000" y="1980000"/>
            <a:ext cx="4115520" cy="46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lvl="1" marL="432000" indent="-212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Right Rotation (RR)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384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BF &gt; 1 and insertion occurs in the left subtree of left child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CustomShape 119"/>
          <p:cNvSpPr/>
          <p:nvPr/>
        </p:nvSpPr>
        <p:spPr>
          <a:xfrm>
            <a:off x="7608600" y="6886080"/>
            <a:ext cx="227628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CustomShape 120"/>
          <p:cNvSpPr/>
          <p:nvPr/>
        </p:nvSpPr>
        <p:spPr>
          <a:xfrm>
            <a:off x="897120" y="6886080"/>
            <a:ext cx="64382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Algorithms and Data Structures –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2" name="Imagem 96" descr=""/>
          <p:cNvPicPr/>
          <p:nvPr/>
        </p:nvPicPr>
        <p:blipFill>
          <a:blip r:embed="rId1"/>
          <a:stretch/>
        </p:blipFill>
        <p:spPr>
          <a:xfrm>
            <a:off x="964080" y="3263040"/>
            <a:ext cx="2890080" cy="2451960"/>
          </a:xfrm>
          <a:prstGeom prst="rect">
            <a:avLst/>
          </a:prstGeom>
          <a:ln w="0">
            <a:noFill/>
          </a:ln>
        </p:spPr>
      </p:pic>
      <p:sp>
        <p:nvSpPr>
          <p:cNvPr id="363" name="CustomShape 121"/>
          <p:cNvSpPr/>
          <p:nvPr/>
        </p:nvSpPr>
        <p:spPr>
          <a:xfrm>
            <a:off x="4754880" y="1999080"/>
            <a:ext cx="4206960" cy="46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lvl="1" marL="432000" indent="-212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Left Rotation (LL)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384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BF &lt; -1 and the inserted value is in the right subtree of right child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4" name="Imagem 97" descr=""/>
          <p:cNvPicPr/>
          <p:nvPr/>
        </p:nvPicPr>
        <p:blipFill>
          <a:blip r:embed="rId2"/>
          <a:stretch/>
        </p:blipFill>
        <p:spPr>
          <a:xfrm>
            <a:off x="5703840" y="3425040"/>
            <a:ext cx="2861640" cy="2518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CustomShape 123"/>
          <p:cNvSpPr/>
          <p:nvPr/>
        </p:nvSpPr>
        <p:spPr>
          <a:xfrm>
            <a:off x="360000" y="360000"/>
            <a:ext cx="9351000" cy="89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AVL Balanced Binary Trees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CustomShape 124"/>
          <p:cNvSpPr/>
          <p:nvPr/>
        </p:nvSpPr>
        <p:spPr>
          <a:xfrm>
            <a:off x="360000" y="1980000"/>
            <a:ext cx="4669200" cy="46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lvl="1" marL="432000" indent="-212400"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Double Rotation LR :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Left (on child) → Right (on node)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BF &gt; 1 e insertion occurs in the right subtree of the left child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CustomShape 125"/>
          <p:cNvSpPr/>
          <p:nvPr/>
        </p:nvSpPr>
        <p:spPr>
          <a:xfrm>
            <a:off x="7608600" y="6886080"/>
            <a:ext cx="227628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CustomShape 126"/>
          <p:cNvSpPr/>
          <p:nvPr/>
        </p:nvSpPr>
        <p:spPr>
          <a:xfrm>
            <a:off x="897120" y="6886080"/>
            <a:ext cx="64382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Algorithms and Data Structures –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9" name="Imagem 98" descr=""/>
          <p:cNvPicPr/>
          <p:nvPr/>
        </p:nvPicPr>
        <p:blipFill>
          <a:blip r:embed="rId1"/>
          <a:stretch/>
        </p:blipFill>
        <p:spPr>
          <a:xfrm>
            <a:off x="1022760" y="3342960"/>
            <a:ext cx="3142440" cy="3152520"/>
          </a:xfrm>
          <a:prstGeom prst="rect">
            <a:avLst/>
          </a:prstGeom>
          <a:ln w="0">
            <a:noFill/>
          </a:ln>
        </p:spPr>
      </p:pic>
      <p:pic>
        <p:nvPicPr>
          <p:cNvPr id="370" name="Imagem 99" descr=""/>
          <p:cNvPicPr/>
          <p:nvPr/>
        </p:nvPicPr>
        <p:blipFill>
          <a:blip r:embed="rId2"/>
          <a:stretch/>
        </p:blipFill>
        <p:spPr>
          <a:xfrm>
            <a:off x="6027840" y="3198240"/>
            <a:ext cx="3344040" cy="3431160"/>
          </a:xfrm>
          <a:prstGeom prst="rect">
            <a:avLst/>
          </a:prstGeom>
          <a:ln w="0">
            <a:noFill/>
          </a:ln>
        </p:spPr>
      </p:pic>
      <p:sp>
        <p:nvSpPr>
          <p:cNvPr id="371" name="CustomShape 127"/>
          <p:cNvSpPr/>
          <p:nvPr/>
        </p:nvSpPr>
        <p:spPr>
          <a:xfrm>
            <a:off x="5472000" y="1980000"/>
            <a:ext cx="4115520" cy="46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lvl="1" marL="432000" indent="-212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Double Rotation RL :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384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Right (on child) → Left (on node)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384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BF &gt; -1 e insertion occurs in the right subtree of the left child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CustomShape 134"/>
          <p:cNvSpPr/>
          <p:nvPr/>
        </p:nvSpPr>
        <p:spPr>
          <a:xfrm>
            <a:off x="360000" y="360000"/>
            <a:ext cx="9351000" cy="89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AVL Balanced Binary Trees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CustomShape 135"/>
          <p:cNvSpPr/>
          <p:nvPr/>
        </p:nvSpPr>
        <p:spPr>
          <a:xfrm>
            <a:off x="360000" y="1980000"/>
            <a:ext cx="4440600" cy="46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lvl="1" marL="432000" indent="-212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Right Rotation (RR)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2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BF &gt; 1 and insertion occurs in the left subtree of left child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CustomShape 136"/>
          <p:cNvSpPr/>
          <p:nvPr/>
        </p:nvSpPr>
        <p:spPr>
          <a:xfrm>
            <a:off x="7608600" y="6886080"/>
            <a:ext cx="227628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CustomShape 137"/>
          <p:cNvSpPr/>
          <p:nvPr/>
        </p:nvSpPr>
        <p:spPr>
          <a:xfrm>
            <a:off x="897120" y="6886080"/>
            <a:ext cx="64382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Algorithms and Data Structures –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6" name="Imagem 100" descr=""/>
          <p:cNvPicPr/>
          <p:nvPr/>
        </p:nvPicPr>
        <p:blipFill>
          <a:blip r:embed="rId1"/>
          <a:stretch/>
        </p:blipFill>
        <p:spPr>
          <a:xfrm>
            <a:off x="914400" y="3657600"/>
            <a:ext cx="2890080" cy="2451960"/>
          </a:xfrm>
          <a:prstGeom prst="rect">
            <a:avLst/>
          </a:prstGeom>
          <a:ln w="0">
            <a:noFill/>
          </a:ln>
        </p:spPr>
      </p:pic>
      <p:pic>
        <p:nvPicPr>
          <p:cNvPr id="377" name="Imagem 101" descr=""/>
          <p:cNvPicPr/>
          <p:nvPr/>
        </p:nvPicPr>
        <p:blipFill>
          <a:blip r:embed="rId2"/>
          <a:stretch/>
        </p:blipFill>
        <p:spPr>
          <a:xfrm>
            <a:off x="5715000" y="1786680"/>
            <a:ext cx="3528360" cy="3242520"/>
          </a:xfrm>
          <a:prstGeom prst="rect">
            <a:avLst/>
          </a:prstGeom>
          <a:ln w="0">
            <a:noFill/>
          </a:ln>
        </p:spPr>
      </p:pic>
      <p:pic>
        <p:nvPicPr>
          <p:cNvPr id="378" name="Imagem 102" descr=""/>
          <p:cNvPicPr/>
          <p:nvPr/>
        </p:nvPicPr>
        <p:blipFill>
          <a:blip r:embed="rId3"/>
          <a:stretch/>
        </p:blipFill>
        <p:spPr>
          <a:xfrm>
            <a:off x="5715000" y="5425200"/>
            <a:ext cx="2870640" cy="289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CustomShape 139"/>
          <p:cNvSpPr/>
          <p:nvPr/>
        </p:nvSpPr>
        <p:spPr>
          <a:xfrm>
            <a:off x="360000" y="360000"/>
            <a:ext cx="9351000" cy="89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AVL Balanced Binary Trees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CustomShape 140"/>
          <p:cNvSpPr/>
          <p:nvPr/>
        </p:nvSpPr>
        <p:spPr>
          <a:xfrm>
            <a:off x="360000" y="1980000"/>
            <a:ext cx="4669200" cy="46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lvl="1" marL="432000" indent="-212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Left Rotation (LL)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BF &lt; -1 and the inserted value is in the right subtree of right child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CustomShape 141"/>
          <p:cNvSpPr/>
          <p:nvPr/>
        </p:nvSpPr>
        <p:spPr>
          <a:xfrm>
            <a:off x="7608600" y="6886080"/>
            <a:ext cx="227628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CustomShape 142"/>
          <p:cNvSpPr/>
          <p:nvPr/>
        </p:nvSpPr>
        <p:spPr>
          <a:xfrm>
            <a:off x="897120" y="6886080"/>
            <a:ext cx="64382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Algorithms and Data Structures –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3" name="Imagem 103" descr=""/>
          <p:cNvPicPr/>
          <p:nvPr/>
        </p:nvPicPr>
        <p:blipFill>
          <a:blip r:embed="rId1"/>
          <a:stretch/>
        </p:blipFill>
        <p:spPr>
          <a:xfrm>
            <a:off x="1143000" y="3882240"/>
            <a:ext cx="2861640" cy="2518560"/>
          </a:xfrm>
          <a:prstGeom prst="rect">
            <a:avLst/>
          </a:prstGeom>
          <a:ln w="0">
            <a:noFill/>
          </a:ln>
        </p:spPr>
      </p:pic>
      <p:pic>
        <p:nvPicPr>
          <p:cNvPr id="384" name="Imagem 104" descr=""/>
          <p:cNvPicPr/>
          <p:nvPr/>
        </p:nvPicPr>
        <p:blipFill>
          <a:blip r:embed="rId2"/>
          <a:stretch/>
        </p:blipFill>
        <p:spPr>
          <a:xfrm>
            <a:off x="6012360" y="1828800"/>
            <a:ext cx="3309480" cy="3242520"/>
          </a:xfrm>
          <a:prstGeom prst="rect">
            <a:avLst/>
          </a:prstGeom>
          <a:ln w="0">
            <a:noFill/>
          </a:ln>
        </p:spPr>
      </p:pic>
      <p:pic>
        <p:nvPicPr>
          <p:cNvPr id="385" name="Imagem 105" descr=""/>
          <p:cNvPicPr/>
          <p:nvPr/>
        </p:nvPicPr>
        <p:blipFill>
          <a:blip r:embed="rId3"/>
          <a:stretch/>
        </p:blipFill>
        <p:spPr>
          <a:xfrm>
            <a:off x="6015600" y="5425200"/>
            <a:ext cx="3013560" cy="289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CustomShape 144"/>
          <p:cNvSpPr/>
          <p:nvPr/>
        </p:nvSpPr>
        <p:spPr>
          <a:xfrm>
            <a:off x="360000" y="360000"/>
            <a:ext cx="9351000" cy="89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AVL Balanced Binary Trees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CustomShape 145"/>
          <p:cNvSpPr/>
          <p:nvPr/>
        </p:nvSpPr>
        <p:spPr>
          <a:xfrm>
            <a:off x="360000" y="1980000"/>
            <a:ext cx="4669200" cy="46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lvl="1" marL="432000" indent="-212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LR (Double Rotation):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Left (on child) → Right (on node)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2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BF &gt; 1 and insertion occurs in the right subtree of the left child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CustomShape 146"/>
          <p:cNvSpPr/>
          <p:nvPr/>
        </p:nvSpPr>
        <p:spPr>
          <a:xfrm>
            <a:off x="7608600" y="6886080"/>
            <a:ext cx="227628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CustomShape 147"/>
          <p:cNvSpPr/>
          <p:nvPr/>
        </p:nvSpPr>
        <p:spPr>
          <a:xfrm>
            <a:off x="897120" y="6886080"/>
            <a:ext cx="64382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Algorithms and Data Structures –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90" name="Imagem 106" descr=""/>
          <p:cNvPicPr/>
          <p:nvPr/>
        </p:nvPicPr>
        <p:blipFill>
          <a:blip r:embed="rId1"/>
          <a:stretch/>
        </p:blipFill>
        <p:spPr>
          <a:xfrm>
            <a:off x="1176840" y="3703680"/>
            <a:ext cx="2937960" cy="2947320"/>
          </a:xfrm>
          <a:prstGeom prst="rect">
            <a:avLst/>
          </a:prstGeom>
          <a:ln w="0">
            <a:noFill/>
          </a:ln>
        </p:spPr>
      </p:pic>
      <p:pic>
        <p:nvPicPr>
          <p:cNvPr id="391" name="" descr=""/>
          <p:cNvPicPr/>
          <p:nvPr/>
        </p:nvPicPr>
        <p:blipFill>
          <a:blip r:embed="rId2"/>
          <a:stretch/>
        </p:blipFill>
        <p:spPr>
          <a:xfrm>
            <a:off x="5954040" y="3657600"/>
            <a:ext cx="2961360" cy="82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CustomShape 149"/>
          <p:cNvSpPr/>
          <p:nvPr/>
        </p:nvSpPr>
        <p:spPr>
          <a:xfrm>
            <a:off x="360000" y="360000"/>
            <a:ext cx="9351000" cy="89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AVL Balanced Binary Trees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CustomShape 151"/>
          <p:cNvSpPr/>
          <p:nvPr/>
        </p:nvSpPr>
        <p:spPr>
          <a:xfrm>
            <a:off x="7608600" y="6886080"/>
            <a:ext cx="227628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CustomShape 152"/>
          <p:cNvSpPr/>
          <p:nvPr/>
        </p:nvSpPr>
        <p:spPr>
          <a:xfrm>
            <a:off x="897120" y="6886080"/>
            <a:ext cx="64382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Algorithms and Data Structures –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95" name="Imagem 108" descr=""/>
          <p:cNvPicPr/>
          <p:nvPr/>
        </p:nvPicPr>
        <p:blipFill>
          <a:blip r:embed="rId1"/>
          <a:stretch/>
        </p:blipFill>
        <p:spPr>
          <a:xfrm>
            <a:off x="957960" y="3657600"/>
            <a:ext cx="2928240" cy="3004560"/>
          </a:xfrm>
          <a:prstGeom prst="rect">
            <a:avLst/>
          </a:prstGeom>
          <a:ln w="0">
            <a:noFill/>
          </a:ln>
        </p:spPr>
      </p:pic>
      <p:sp>
        <p:nvSpPr>
          <p:cNvPr id="396" name="CustomShape 22"/>
          <p:cNvSpPr/>
          <p:nvPr/>
        </p:nvSpPr>
        <p:spPr>
          <a:xfrm>
            <a:off x="360000" y="1980000"/>
            <a:ext cx="4669200" cy="46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lvl="1" marL="432000" indent="-212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RL (Double Rotation):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Right (on child) → Left (on node)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2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BF &lt; −1 and insertion occurs in the left subtree of the right child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97" name="" descr=""/>
          <p:cNvPicPr/>
          <p:nvPr/>
        </p:nvPicPr>
        <p:blipFill>
          <a:blip r:embed="rId2"/>
          <a:stretch/>
        </p:blipFill>
        <p:spPr>
          <a:xfrm>
            <a:off x="6354000" y="4114800"/>
            <a:ext cx="3018600" cy="780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CustomShape 129"/>
          <p:cNvSpPr/>
          <p:nvPr/>
        </p:nvSpPr>
        <p:spPr>
          <a:xfrm>
            <a:off x="360000" y="360000"/>
            <a:ext cx="9351000" cy="89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AVL Balanced Binary Trees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CustomShape 13"/>
          <p:cNvSpPr/>
          <p:nvPr/>
        </p:nvSpPr>
        <p:spPr>
          <a:xfrm>
            <a:off x="7608600" y="6886080"/>
            <a:ext cx="227628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CustomShape 14"/>
          <p:cNvSpPr/>
          <p:nvPr/>
        </p:nvSpPr>
        <p:spPr>
          <a:xfrm>
            <a:off x="897120" y="6886080"/>
            <a:ext cx="64382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Algorithms and Data Structures –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CustomShape 15"/>
          <p:cNvSpPr/>
          <p:nvPr/>
        </p:nvSpPr>
        <p:spPr>
          <a:xfrm>
            <a:off x="457200" y="1600200"/>
            <a:ext cx="9143640" cy="50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61960"/>
          </a:bodyPr>
          <a:p>
            <a:pPr lvl="1" marL="432000" indent="-212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Exercise (Manual Practice)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2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Insert the following sequences into both an AVL tree and a non-balanced binary search tree: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10, 3, 2, 5, 7, 6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A, B, C, …, J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2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Then, for both trees, compute: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the inorder traversal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the number of comparisons/search steps needed to find 7 and H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the asymptotic time complexity (Big-O)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2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Explain why the complexities differ between AVL and unbalanced trees.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2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AVL Simulators: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105200" indent="-21384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 u="sng">
                <a:solidFill>
                  <a:srgbClr val="0000ff"/>
                </a:solidFill>
                <a:uFillTx/>
                <a:latin typeface="-apple-system"/>
                <a:ea typeface="DejaVu Sans"/>
                <a:hlinkClick r:id="rId1"/>
              </a:rPr>
              <a:t>https://cmps-people.ok.ubc.ca/ylucet/DS/AVLtree.html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105200" indent="-21384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 u="sng">
                <a:solidFill>
                  <a:srgbClr val="0000ff"/>
                </a:solidFill>
                <a:uFillTx/>
                <a:latin typeface="Arial"/>
                <a:ea typeface="DejaVu Sans"/>
                <a:hlinkClick r:id="rId2"/>
              </a:rPr>
              <a:t>https</a:t>
            </a:r>
            <a:r>
              <a:rPr b="0" lang="pt-BR" sz="2000" spc="-1" strike="noStrike" u="sng">
                <a:solidFill>
                  <a:srgbClr val="0000ff"/>
                </a:solidFill>
                <a:uFillTx/>
                <a:latin typeface="Arial"/>
                <a:ea typeface="DejaVu Sans"/>
                <a:hlinkClick r:id="rId3"/>
              </a:rPr>
              <a:t>://visualgo.net/en</a:t>
            </a:r>
            <a:r>
              <a:rPr b="0" lang="pt-BR" sz="13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CustomShape 154"/>
          <p:cNvSpPr/>
          <p:nvPr/>
        </p:nvSpPr>
        <p:spPr>
          <a:xfrm>
            <a:off x="360000" y="360000"/>
            <a:ext cx="9351000" cy="89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Assignment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CustomShape 156"/>
          <p:cNvSpPr/>
          <p:nvPr/>
        </p:nvSpPr>
        <p:spPr>
          <a:xfrm>
            <a:off x="7608600" y="6886080"/>
            <a:ext cx="227628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CustomShape 157"/>
          <p:cNvSpPr/>
          <p:nvPr/>
        </p:nvSpPr>
        <p:spPr>
          <a:xfrm>
            <a:off x="897120" y="6886080"/>
            <a:ext cx="64382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Algorithms and Data Structures –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"/>
          <p:cNvSpPr/>
          <p:nvPr/>
        </p:nvSpPr>
        <p:spPr>
          <a:xfrm>
            <a:off x="2001600" y="2057400"/>
            <a:ext cx="6455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 u="sng">
                <a:solidFill>
                  <a:srgbClr val="0000ff"/>
                </a:solidFill>
                <a:uFillTx/>
                <a:latin typeface="Arial"/>
                <a:ea typeface="DejaVu Sans"/>
                <a:hlinkClick r:id="rId1"/>
              </a:rPr>
              <a:t>Trabalho 01: Análise Comparativa de Estruturas de Dados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06" name="" descr=""/>
          <p:cNvPicPr/>
          <p:nvPr/>
        </p:nvPicPr>
        <p:blipFill>
          <a:blip r:embed="rId2"/>
          <a:stretch/>
        </p:blipFill>
        <p:spPr>
          <a:xfrm>
            <a:off x="1549440" y="2743200"/>
            <a:ext cx="7594560" cy="2957400"/>
          </a:xfrm>
          <a:prstGeom prst="rect">
            <a:avLst/>
          </a:prstGeom>
          <a:ln w="0">
            <a:noFill/>
          </a:ln>
        </p:spPr>
      </p:pic>
      <p:sp>
        <p:nvSpPr>
          <p:cNvPr id="407" name=""/>
          <p:cNvSpPr/>
          <p:nvPr/>
        </p:nvSpPr>
        <p:spPr>
          <a:xfrm>
            <a:off x="1143000" y="4114800"/>
            <a:ext cx="406440" cy="228600"/>
          </a:xfrm>
          <a:prstGeom prst="rightArrow">
            <a:avLst>
              <a:gd name="adj1" fmla="val 50000"/>
              <a:gd name="adj2" fmla="val 44449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"/>
          <p:cNvSpPr/>
          <p:nvPr/>
        </p:nvSpPr>
        <p:spPr>
          <a:xfrm>
            <a:off x="3429000" y="2971800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"/>
          <p:cNvSpPr txBox="1"/>
          <p:nvPr/>
        </p:nvSpPr>
        <p:spPr>
          <a:xfrm>
            <a:off x="2514600" y="5895360"/>
            <a:ext cx="6858000" cy="96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!!! Groups must be created via Canvas !!!</a:t>
            </a:r>
            <a:endParaRPr b="1" lang="en-US" sz="140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!!! Students must be assigned to a group by the deadline to receive a grade !!!</a:t>
            </a:r>
            <a:endParaRPr b="1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1961</TotalTime>
  <Application>LibreOffice/24.2.7.2$Linux_X86_64 LibreOffice_project/420$Build-2</Application>
  <AppVersion>15.0000</AppVersion>
  <Words>661</Words>
  <Paragraphs>229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2021-04-28T18:38:02Z</dcterms:created>
  <dc:creator/>
  <dc:description/>
  <dc:language>en-US</dc:language>
  <cp:lastModifiedBy/>
  <cp:lastPrinted>2026-03-20T09:50:02Z</cp:lastPrinted>
  <dcterms:modified xsi:type="dcterms:W3CDTF">2026-03-20T09:53:45Z</dcterms:modified>
  <cp:revision>155</cp:revision>
  <dc:subject/>
  <dc:title>Alizarin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0</vt:i4>
  </property>
  <property fmtid="{D5CDD505-2E9C-101B-9397-08002B2CF9AE}" pid="3" name="HyperlinksChanged">
    <vt:bool>0</vt:bool>
  </property>
  <property fmtid="{D5CDD505-2E9C-101B-9397-08002B2CF9AE}" pid="4" name="KSOProductBuildVer">
    <vt:lpwstr>1033-11.1.0.10161</vt:lpwstr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18</vt:i4>
  </property>
  <property fmtid="{D5CDD505-2E9C-101B-9397-08002B2CF9AE}" pid="8" name="PresentationFormat">
    <vt:lpwstr>Personalizar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18</vt:i4>
  </property>
</Properties>
</file>