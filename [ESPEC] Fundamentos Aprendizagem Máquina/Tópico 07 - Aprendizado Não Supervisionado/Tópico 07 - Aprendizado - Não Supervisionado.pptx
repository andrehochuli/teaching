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2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8.xml.rels" ContentType="application/vnd.openxmlformats-package.relationships+xml"/>
  <Override PartName="/ppt/slideMasters/slideMaster14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0.xml" ContentType="application/vnd.openxmlformats-officedocument.theme+xml"/>
  <Override PartName="/ppt/theme/theme9.xml" ContentType="application/vnd.openxmlformats-officedocument.theme+xml"/>
  <Override PartName="/ppt/theme/theme8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5.xml" ContentType="application/vnd.openxmlformats-officedocument.theme+xml"/>
  <Override PartName="/ppt/theme/theme4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11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1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5.xml" ContentType="application/vnd.openxmlformats-officedocument.theme+xml"/>
  <Override PartName="/ppt/theme/theme14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12.png" ContentType="image/png"/>
  <Override PartName="/ppt/media/image3.png" ContentType="image/png"/>
  <Override PartName="/ppt/media/image8.png" ContentType="image/png"/>
  <Override PartName="/ppt/media/image17.png" ContentType="image/png"/>
  <Override PartName="/ppt/media/image11.png" ContentType="image/png"/>
  <Override PartName="/ppt/media/image2.png" ContentType="image/png"/>
  <Override PartName="/ppt/media/image7.png" ContentType="image/png"/>
  <Override PartName="/ppt/media/image16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15.png" ContentType="image/png"/>
  <Override PartName="/ppt/media/image6.png" ContentType="image/png"/>
  <Override PartName="/ppt/media/image14.png" ContentType="image/png"/>
  <Override PartName="/ppt/media/image5.png" ContentType="image/png"/>
  <Override PartName="/ppt/media/image21.png" ContentType="image/png"/>
  <Override PartName="/ppt/media/image19.png" ContentType="image/png"/>
  <Override PartName="/ppt/media/image10.png" ContentType="image/png"/>
  <Override PartName="/ppt/media/image1.png" ContentType="image/png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</p:sldMasterIdLst>
  <p:notesMasterIdLst>
    <p:notesMasterId r:id="rId26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34"/>
    <p:sldId id="264" r:id="rId35"/>
    <p:sldId id="265" r:id="rId36"/>
    <p:sldId id="266" r:id="rId37"/>
    <p:sldId id="267" r:id="rId38"/>
    <p:sldId id="268" r:id="rId39"/>
    <p:sldId id="269" r:id="rId40"/>
    <p:sldId id="270" r:id="rId41"/>
    <p:sldId id="271" r:id="rId42"/>
    <p:sldId id="272" r:id="rId43"/>
  </p:sldIdLst>
  <p:sldSz cx="10080625" cy="7559675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notesMaster" Target="notesMasters/notesMaster1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slide" Target="slides/slide17.xml"/><Relationship Id="rId4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EF8386B3-A183-43B0-A06D-AEB07DCEFE7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4480" cy="3594240"/>
          </a:xfrm>
          <a:prstGeom prst="rect">
            <a:avLst/>
          </a:prstGeom>
          <a:ln w="0">
            <a:noFill/>
          </a:ln>
        </p:spPr>
      </p:sp>
      <p:sp>
        <p:nvSpPr>
          <p:cNvPr id="296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4680" cy="419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CustomShape 3"/>
          <p:cNvSpPr/>
          <p:nvPr/>
        </p:nvSpPr>
        <p:spPr>
          <a:xfrm>
            <a:off x="0" y="10155240"/>
            <a:ext cx="326304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4480" cy="3594240"/>
          </a:xfrm>
          <a:prstGeom prst="rect">
            <a:avLst/>
          </a:prstGeom>
          <a:ln w="0">
            <a:noFill/>
          </a:ln>
        </p:spPr>
      </p:sp>
      <p:sp>
        <p:nvSpPr>
          <p:cNvPr id="299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4680" cy="419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CustomShape 3"/>
          <p:cNvSpPr/>
          <p:nvPr/>
        </p:nvSpPr>
        <p:spPr>
          <a:xfrm>
            <a:off x="0" y="10155240"/>
            <a:ext cx="326304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4480" cy="3594240"/>
          </a:xfrm>
          <a:prstGeom prst="rect">
            <a:avLst/>
          </a:prstGeom>
          <a:ln w="0">
            <a:noFill/>
          </a:ln>
        </p:spPr>
      </p:sp>
      <p:sp>
        <p:nvSpPr>
          <p:cNvPr id="302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4680" cy="419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CustomShape 14"/>
          <p:cNvSpPr/>
          <p:nvPr/>
        </p:nvSpPr>
        <p:spPr>
          <a:xfrm>
            <a:off x="0" y="10155240"/>
            <a:ext cx="326304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4480" cy="3594240"/>
          </a:xfrm>
          <a:prstGeom prst="rect">
            <a:avLst/>
          </a:prstGeom>
          <a:ln w="0">
            <a:noFill/>
          </a:ln>
        </p:spPr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4680" cy="419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CustomShape 11"/>
          <p:cNvSpPr/>
          <p:nvPr/>
        </p:nvSpPr>
        <p:spPr>
          <a:xfrm>
            <a:off x="0" y="10155240"/>
            <a:ext cx="326304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4480" cy="359424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4680" cy="419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CustomShape 24"/>
          <p:cNvSpPr/>
          <p:nvPr/>
        </p:nvSpPr>
        <p:spPr>
          <a:xfrm>
            <a:off x="0" y="10155240"/>
            <a:ext cx="326304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4480" cy="359424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4680" cy="419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CustomShape 29"/>
          <p:cNvSpPr/>
          <p:nvPr/>
        </p:nvSpPr>
        <p:spPr>
          <a:xfrm>
            <a:off x="0" y="10155240"/>
            <a:ext cx="326304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4480" cy="359424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4680" cy="419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CustomShape 34"/>
          <p:cNvSpPr/>
          <p:nvPr/>
        </p:nvSpPr>
        <p:spPr>
          <a:xfrm>
            <a:off x="0" y="10155240"/>
            <a:ext cx="326304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4480" cy="359424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4680" cy="419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CustomShape 84"/>
          <p:cNvSpPr/>
          <p:nvPr/>
        </p:nvSpPr>
        <p:spPr>
          <a:xfrm>
            <a:off x="0" y="10155240"/>
            <a:ext cx="326304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4480" cy="359424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4680" cy="419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CustomShape 19"/>
          <p:cNvSpPr/>
          <p:nvPr/>
        </p:nvSpPr>
        <p:spPr>
          <a:xfrm>
            <a:off x="0" y="10155240"/>
            <a:ext cx="326304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4480" cy="359424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4680" cy="419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CustomShape 39"/>
          <p:cNvSpPr/>
          <p:nvPr/>
        </p:nvSpPr>
        <p:spPr>
          <a:xfrm>
            <a:off x="0" y="10155240"/>
            <a:ext cx="326304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4480" cy="359424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4680" cy="419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CustomShape 44"/>
          <p:cNvSpPr/>
          <p:nvPr/>
        </p:nvSpPr>
        <p:spPr>
          <a:xfrm>
            <a:off x="0" y="10155240"/>
            <a:ext cx="326304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4480" cy="3594240"/>
          </a:xfrm>
          <a:prstGeom prst="rect">
            <a:avLst/>
          </a:prstGeom>
          <a:ln w="0">
            <a:noFill/>
          </a:ln>
        </p:spPr>
      </p:sp>
      <p:sp>
        <p:nvSpPr>
          <p:cNvPr id="329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4680" cy="419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CustomShape 49"/>
          <p:cNvSpPr/>
          <p:nvPr/>
        </p:nvSpPr>
        <p:spPr>
          <a:xfrm>
            <a:off x="0" y="10155240"/>
            <a:ext cx="326304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4480" cy="3594240"/>
          </a:xfrm>
          <a:prstGeom prst="rect">
            <a:avLst/>
          </a:prstGeom>
          <a:ln w="0">
            <a:noFill/>
          </a:ln>
        </p:spPr>
      </p:sp>
      <p:sp>
        <p:nvSpPr>
          <p:cNvPr id="332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4680" cy="419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CustomShape 54"/>
          <p:cNvSpPr/>
          <p:nvPr/>
        </p:nvSpPr>
        <p:spPr>
          <a:xfrm>
            <a:off x="0" y="10155240"/>
            <a:ext cx="326304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4480" cy="3594240"/>
          </a:xfrm>
          <a:prstGeom prst="rect">
            <a:avLst/>
          </a:prstGeom>
          <a:ln w="0">
            <a:noFill/>
          </a:ln>
        </p:spPr>
      </p:sp>
      <p:sp>
        <p:nvSpPr>
          <p:cNvPr id="335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4680" cy="419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CustomShape 59"/>
          <p:cNvSpPr/>
          <p:nvPr/>
        </p:nvSpPr>
        <p:spPr>
          <a:xfrm>
            <a:off x="0" y="10155240"/>
            <a:ext cx="326304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4480" cy="359424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4680" cy="419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CustomShape 64"/>
          <p:cNvSpPr/>
          <p:nvPr/>
        </p:nvSpPr>
        <p:spPr>
          <a:xfrm>
            <a:off x="0" y="10155240"/>
            <a:ext cx="326304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4480" cy="3594240"/>
          </a:xfrm>
          <a:prstGeom prst="rect">
            <a:avLst/>
          </a:prstGeom>
          <a:ln w="0">
            <a:noFill/>
          </a:ln>
        </p:spPr>
      </p:sp>
      <p:sp>
        <p:nvSpPr>
          <p:cNvPr id="341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4680" cy="419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CustomShape 69"/>
          <p:cNvSpPr/>
          <p:nvPr/>
        </p:nvSpPr>
        <p:spPr>
          <a:xfrm>
            <a:off x="0" y="10155240"/>
            <a:ext cx="326304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Img"/>
          </p:nvPr>
        </p:nvSpPr>
        <p:spPr>
          <a:xfrm>
            <a:off x="1376280" y="1336680"/>
            <a:ext cx="4794480" cy="3594240"/>
          </a:xfrm>
          <a:prstGeom prst="rect">
            <a:avLst/>
          </a:prstGeom>
          <a:ln w="0">
            <a:noFill/>
          </a:ln>
        </p:spPr>
      </p:sp>
      <p:sp>
        <p:nvSpPr>
          <p:cNvPr id="344" name="PlaceHolder 2"/>
          <p:cNvSpPr>
            <a:spLocks noGrp="1"/>
          </p:cNvSpPr>
          <p:nvPr>
            <p:ph type="body"/>
          </p:nvPr>
        </p:nvSpPr>
        <p:spPr>
          <a:xfrm>
            <a:off x="756000" y="5145120"/>
            <a:ext cx="6034680" cy="419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CustomShape 79"/>
          <p:cNvSpPr/>
          <p:nvPr/>
        </p:nvSpPr>
        <p:spPr>
          <a:xfrm>
            <a:off x="0" y="10155240"/>
            <a:ext cx="3263040" cy="52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</a:pPr>
            <a:r>
              <a:rPr b="0" lang="pt-BR" sz="1200" spc="-1" strike="noStrike">
                <a:solidFill>
                  <a:srgbClr val="000000"/>
                </a:solidFill>
                <a:latin typeface="Times New Roman"/>
                <a:ea typeface="+mn-ea"/>
              </a:rPr>
              <a:t>Prof. André Hochuli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/>
          </p:nvPr>
        </p:nvSpPr>
        <p:spPr>
          <a:xfrm>
            <a:off x="504000" y="4058640"/>
            <a:ext cx="907200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5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50400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504000" y="1768680"/>
            <a:ext cx="442692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/>
          </p:nvPr>
        </p:nvSpPr>
        <p:spPr>
          <a:xfrm>
            <a:off x="5152680" y="176868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/>
          </p:nvPr>
        </p:nvSpPr>
        <p:spPr>
          <a:xfrm>
            <a:off x="5152680" y="4058640"/>
            <a:ext cx="4426920" cy="2090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CustomShape 1"/>
          <p:cNvSpPr/>
          <p:nvPr/>
        </p:nvSpPr>
        <p:spPr>
          <a:xfrm>
            <a:off x="0" y="3150000"/>
            <a:ext cx="9707040" cy="12470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ustomShape 1"/>
          <p:cNvSpPr/>
          <p:nvPr/>
        </p:nvSpPr>
        <p:spPr>
          <a:xfrm>
            <a:off x="0" y="3150000"/>
            <a:ext cx="9707040" cy="12470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ustomShape 1"/>
          <p:cNvSpPr/>
          <p:nvPr/>
        </p:nvSpPr>
        <p:spPr>
          <a:xfrm>
            <a:off x="0" y="3150000"/>
            <a:ext cx="9707040" cy="12470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ustomShape 1"/>
          <p:cNvSpPr/>
          <p:nvPr/>
        </p:nvSpPr>
        <p:spPr>
          <a:xfrm>
            <a:off x="0" y="3150000"/>
            <a:ext cx="9707040" cy="12470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ustomShape 1"/>
          <p:cNvSpPr/>
          <p:nvPr/>
        </p:nvSpPr>
        <p:spPr>
          <a:xfrm>
            <a:off x="0" y="3150000"/>
            <a:ext cx="9707040" cy="12470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CustomShape 1"/>
          <p:cNvSpPr/>
          <p:nvPr/>
        </p:nvSpPr>
        <p:spPr>
          <a:xfrm>
            <a:off x="0" y="3150000"/>
            <a:ext cx="9707040" cy="12470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CustomShape 1"/>
          <p:cNvSpPr/>
          <p:nvPr/>
        </p:nvSpPr>
        <p:spPr>
          <a:xfrm>
            <a:off x="0" y="3150000"/>
            <a:ext cx="9707040" cy="12470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CustomShape 1"/>
          <p:cNvSpPr/>
          <p:nvPr/>
        </p:nvSpPr>
        <p:spPr>
          <a:xfrm>
            <a:off x="0" y="3150000"/>
            <a:ext cx="9707040" cy="12470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CustomShape 1"/>
          <p:cNvSpPr/>
          <p:nvPr/>
        </p:nvSpPr>
        <p:spPr>
          <a:xfrm>
            <a:off x="0" y="3150000"/>
            <a:ext cx="9707040" cy="12470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CustomShape 1"/>
          <p:cNvSpPr/>
          <p:nvPr/>
        </p:nvSpPr>
        <p:spPr>
          <a:xfrm>
            <a:off x="0" y="3150000"/>
            <a:ext cx="9707040" cy="12470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CustomShape 1"/>
          <p:cNvSpPr/>
          <p:nvPr/>
        </p:nvSpPr>
        <p:spPr>
          <a:xfrm>
            <a:off x="0" y="3150000"/>
            <a:ext cx="9707040" cy="12470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CustomShape 1"/>
          <p:cNvSpPr/>
          <p:nvPr/>
        </p:nvSpPr>
        <p:spPr>
          <a:xfrm>
            <a:off x="0" y="3150000"/>
            <a:ext cx="9707040" cy="1247040"/>
          </a:xfrm>
          <a:prstGeom prst="rect">
            <a:avLst/>
          </a:prstGeom>
          <a:solidFill>
            <a:srgbClr val="e74c3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CustomShape 1"/>
          <p:cNvSpPr/>
          <p:nvPr/>
        </p:nvSpPr>
        <p:spPr>
          <a:xfrm>
            <a:off x="0" y="180000"/>
            <a:ext cx="9707040" cy="124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1" name="CustomShape 2"/>
          <p:cNvSpPr/>
          <p:nvPr/>
        </p:nvSpPr>
        <p:spPr>
          <a:xfrm>
            <a:off x="7560000" y="6840000"/>
            <a:ext cx="2507040" cy="52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2" name="CustomShape 3"/>
          <p:cNvSpPr/>
          <p:nvPr/>
        </p:nvSpPr>
        <p:spPr>
          <a:xfrm>
            <a:off x="900000" y="6840000"/>
            <a:ext cx="6467040" cy="5270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3" name="CustomShape 4"/>
          <p:cNvSpPr/>
          <p:nvPr/>
        </p:nvSpPr>
        <p:spPr>
          <a:xfrm>
            <a:off x="180000" y="6840000"/>
            <a:ext cx="527040" cy="5270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1"/>
          <p:cNvSpPr/>
          <p:nvPr/>
        </p:nvSpPr>
        <p:spPr>
          <a:xfrm>
            <a:off x="0" y="180000"/>
            <a:ext cx="9707040" cy="124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3" name="CustomShape 2"/>
          <p:cNvSpPr/>
          <p:nvPr/>
        </p:nvSpPr>
        <p:spPr>
          <a:xfrm>
            <a:off x="7560000" y="6840000"/>
            <a:ext cx="2507040" cy="52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4" name="CustomShape 3"/>
          <p:cNvSpPr/>
          <p:nvPr/>
        </p:nvSpPr>
        <p:spPr>
          <a:xfrm>
            <a:off x="900000" y="6840000"/>
            <a:ext cx="6467040" cy="5270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5" name="CustomShape 4"/>
          <p:cNvSpPr/>
          <p:nvPr/>
        </p:nvSpPr>
        <p:spPr>
          <a:xfrm>
            <a:off x="180000" y="6840000"/>
            <a:ext cx="527040" cy="5270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504000" y="4058640"/>
            <a:ext cx="907164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1111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CustomShape 1"/>
          <p:cNvSpPr/>
          <p:nvPr/>
        </p:nvSpPr>
        <p:spPr>
          <a:xfrm>
            <a:off x="0" y="180000"/>
            <a:ext cx="9707040" cy="124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7560000" y="6840000"/>
            <a:ext cx="2507040" cy="52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94" name="CustomShape 3"/>
          <p:cNvSpPr/>
          <p:nvPr/>
        </p:nvSpPr>
        <p:spPr>
          <a:xfrm>
            <a:off x="900000" y="6840000"/>
            <a:ext cx="6467040" cy="5270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5" name="CustomShape 4"/>
          <p:cNvSpPr/>
          <p:nvPr/>
        </p:nvSpPr>
        <p:spPr>
          <a:xfrm>
            <a:off x="180000" y="6840000"/>
            <a:ext cx="527040" cy="5270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ustomShape 1"/>
          <p:cNvSpPr/>
          <p:nvPr/>
        </p:nvSpPr>
        <p:spPr>
          <a:xfrm>
            <a:off x="0" y="180000"/>
            <a:ext cx="9707040" cy="124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7" name="CustomShape 2"/>
          <p:cNvSpPr/>
          <p:nvPr/>
        </p:nvSpPr>
        <p:spPr>
          <a:xfrm>
            <a:off x="7560000" y="6840000"/>
            <a:ext cx="2507040" cy="52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08" name="CustomShape 3"/>
          <p:cNvSpPr/>
          <p:nvPr/>
        </p:nvSpPr>
        <p:spPr>
          <a:xfrm>
            <a:off x="900000" y="6840000"/>
            <a:ext cx="6467040" cy="5270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9" name="CustomShape 4"/>
          <p:cNvSpPr/>
          <p:nvPr/>
        </p:nvSpPr>
        <p:spPr>
          <a:xfrm>
            <a:off x="180000" y="6840000"/>
            <a:ext cx="527040" cy="5270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CustomShape 1"/>
          <p:cNvSpPr/>
          <p:nvPr/>
        </p:nvSpPr>
        <p:spPr>
          <a:xfrm>
            <a:off x="0" y="180000"/>
            <a:ext cx="9707040" cy="124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1" name="CustomShape 2"/>
          <p:cNvSpPr/>
          <p:nvPr/>
        </p:nvSpPr>
        <p:spPr>
          <a:xfrm>
            <a:off x="7560000" y="6840000"/>
            <a:ext cx="2507040" cy="52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2" name="CustomShape 3"/>
          <p:cNvSpPr/>
          <p:nvPr/>
        </p:nvSpPr>
        <p:spPr>
          <a:xfrm>
            <a:off x="900000" y="6840000"/>
            <a:ext cx="6467040" cy="5270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3" name="CustomShape 4"/>
          <p:cNvSpPr/>
          <p:nvPr/>
        </p:nvSpPr>
        <p:spPr>
          <a:xfrm>
            <a:off x="180000" y="6840000"/>
            <a:ext cx="527040" cy="5270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2000" cy="126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2000" cy="438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CustomShape 1"/>
          <p:cNvSpPr/>
          <p:nvPr/>
        </p:nvSpPr>
        <p:spPr>
          <a:xfrm>
            <a:off x="0" y="180000"/>
            <a:ext cx="9707040" cy="124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7" name="CustomShape 2"/>
          <p:cNvSpPr/>
          <p:nvPr/>
        </p:nvSpPr>
        <p:spPr>
          <a:xfrm>
            <a:off x="7560000" y="6840000"/>
            <a:ext cx="2507040" cy="52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8" name="CustomShape 3"/>
          <p:cNvSpPr/>
          <p:nvPr/>
        </p:nvSpPr>
        <p:spPr>
          <a:xfrm>
            <a:off x="900000" y="6840000"/>
            <a:ext cx="6467040" cy="5270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9" name="CustomShape 4"/>
          <p:cNvSpPr/>
          <p:nvPr/>
        </p:nvSpPr>
        <p:spPr>
          <a:xfrm>
            <a:off x="180000" y="6840000"/>
            <a:ext cx="527040" cy="5270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CustomShape 1"/>
          <p:cNvSpPr/>
          <p:nvPr/>
        </p:nvSpPr>
        <p:spPr>
          <a:xfrm>
            <a:off x="0" y="180000"/>
            <a:ext cx="9707040" cy="124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5" name="CustomShape 2"/>
          <p:cNvSpPr/>
          <p:nvPr/>
        </p:nvSpPr>
        <p:spPr>
          <a:xfrm>
            <a:off x="7560000" y="6840000"/>
            <a:ext cx="2507040" cy="52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26" name="CustomShape 3"/>
          <p:cNvSpPr/>
          <p:nvPr/>
        </p:nvSpPr>
        <p:spPr>
          <a:xfrm>
            <a:off x="900000" y="6840000"/>
            <a:ext cx="6467040" cy="5270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7" name="CustomShape 4"/>
          <p:cNvSpPr/>
          <p:nvPr/>
        </p:nvSpPr>
        <p:spPr>
          <a:xfrm>
            <a:off x="180000" y="6840000"/>
            <a:ext cx="527040" cy="5270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907164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CustomShape 1"/>
          <p:cNvSpPr/>
          <p:nvPr/>
        </p:nvSpPr>
        <p:spPr>
          <a:xfrm>
            <a:off x="0" y="180000"/>
            <a:ext cx="9707040" cy="124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3" name="CustomShape 2"/>
          <p:cNvSpPr/>
          <p:nvPr/>
        </p:nvSpPr>
        <p:spPr>
          <a:xfrm>
            <a:off x="7560000" y="6840000"/>
            <a:ext cx="2507040" cy="52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4" name="CustomShape 3"/>
          <p:cNvSpPr/>
          <p:nvPr/>
        </p:nvSpPr>
        <p:spPr>
          <a:xfrm>
            <a:off x="900000" y="6840000"/>
            <a:ext cx="6467040" cy="5270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5" name="CustomShape 4"/>
          <p:cNvSpPr/>
          <p:nvPr/>
        </p:nvSpPr>
        <p:spPr>
          <a:xfrm>
            <a:off x="180000" y="6840000"/>
            <a:ext cx="527040" cy="5270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CustomShape 1"/>
          <p:cNvSpPr/>
          <p:nvPr/>
        </p:nvSpPr>
        <p:spPr>
          <a:xfrm>
            <a:off x="0" y="180000"/>
            <a:ext cx="9707040" cy="124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3" name="CustomShape 2"/>
          <p:cNvSpPr/>
          <p:nvPr/>
        </p:nvSpPr>
        <p:spPr>
          <a:xfrm>
            <a:off x="7560000" y="6840000"/>
            <a:ext cx="2507040" cy="52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4" name="CustomShape 3"/>
          <p:cNvSpPr/>
          <p:nvPr/>
        </p:nvSpPr>
        <p:spPr>
          <a:xfrm>
            <a:off x="900000" y="6840000"/>
            <a:ext cx="6467040" cy="5270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5" name="CustomShape 4"/>
          <p:cNvSpPr/>
          <p:nvPr/>
        </p:nvSpPr>
        <p:spPr>
          <a:xfrm>
            <a:off x="180000" y="6840000"/>
            <a:ext cx="527040" cy="5270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CustomShape 1"/>
          <p:cNvSpPr/>
          <p:nvPr/>
        </p:nvSpPr>
        <p:spPr>
          <a:xfrm>
            <a:off x="0" y="180000"/>
            <a:ext cx="9707040" cy="124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49" name="CustomShape 2"/>
          <p:cNvSpPr/>
          <p:nvPr/>
        </p:nvSpPr>
        <p:spPr>
          <a:xfrm>
            <a:off x="7560000" y="6840000"/>
            <a:ext cx="2507040" cy="52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0" name="CustomShape 3"/>
          <p:cNvSpPr/>
          <p:nvPr/>
        </p:nvSpPr>
        <p:spPr>
          <a:xfrm>
            <a:off x="900000" y="6840000"/>
            <a:ext cx="6467040" cy="5270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1" name="CustomShape 4"/>
          <p:cNvSpPr/>
          <p:nvPr/>
        </p:nvSpPr>
        <p:spPr>
          <a:xfrm>
            <a:off x="180000" y="6840000"/>
            <a:ext cx="527040" cy="5270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CustomShape 1"/>
          <p:cNvSpPr/>
          <p:nvPr/>
        </p:nvSpPr>
        <p:spPr>
          <a:xfrm>
            <a:off x="0" y="180000"/>
            <a:ext cx="9707040" cy="124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3" name="CustomShape 2"/>
          <p:cNvSpPr/>
          <p:nvPr/>
        </p:nvSpPr>
        <p:spPr>
          <a:xfrm>
            <a:off x="7560000" y="6840000"/>
            <a:ext cx="2507040" cy="52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4" name="CustomShape 3"/>
          <p:cNvSpPr/>
          <p:nvPr/>
        </p:nvSpPr>
        <p:spPr>
          <a:xfrm>
            <a:off x="900000" y="6840000"/>
            <a:ext cx="6467040" cy="5270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" name="CustomShape 4"/>
          <p:cNvSpPr/>
          <p:nvPr/>
        </p:nvSpPr>
        <p:spPr>
          <a:xfrm>
            <a:off x="180000" y="6840000"/>
            <a:ext cx="527040" cy="5270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 type="body"/>
          </p:nvPr>
        </p:nvSpPr>
        <p:spPr>
          <a:xfrm>
            <a:off x="50400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CustomShape 1"/>
          <p:cNvSpPr/>
          <p:nvPr/>
        </p:nvSpPr>
        <p:spPr>
          <a:xfrm>
            <a:off x="0" y="180000"/>
            <a:ext cx="9707040" cy="124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5" name="CustomShape 2"/>
          <p:cNvSpPr/>
          <p:nvPr/>
        </p:nvSpPr>
        <p:spPr>
          <a:xfrm>
            <a:off x="7560000" y="6840000"/>
            <a:ext cx="2507040" cy="527040"/>
          </a:xfrm>
          <a:prstGeom prst="rect">
            <a:avLst/>
          </a:prstGeom>
          <a:solidFill>
            <a:srgbClr val="e74c3c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6" name="CustomShape 3"/>
          <p:cNvSpPr/>
          <p:nvPr/>
        </p:nvSpPr>
        <p:spPr>
          <a:xfrm>
            <a:off x="900000" y="6840000"/>
            <a:ext cx="6467040" cy="527040"/>
          </a:xfrm>
          <a:prstGeom prst="rect">
            <a:avLst/>
          </a:prstGeom>
          <a:solidFill>
            <a:srgbClr val="bdc3c7"/>
          </a:solidFill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7" name="CustomShape 4"/>
          <p:cNvSpPr/>
          <p:nvPr/>
        </p:nvSpPr>
        <p:spPr>
          <a:xfrm>
            <a:off x="180000" y="6840000"/>
            <a:ext cx="527040" cy="527040"/>
          </a:xfrm>
          <a:prstGeom prst="rect">
            <a:avLst/>
          </a:prstGeom>
          <a:noFill/>
          <a:ln w="720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504000" y="301320"/>
            <a:ext cx="9071640" cy="1261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504000" y="1768680"/>
            <a:ext cx="4426560" cy="4383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body"/>
          </p:nvPr>
        </p:nvSpPr>
        <p:spPr>
          <a:xfrm>
            <a:off x="5152680" y="176868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4"/>
          <p:cNvSpPr>
            <a:spLocks noGrp="1"/>
          </p:cNvSpPr>
          <p:nvPr>
            <p:ph type="body"/>
          </p:nvPr>
        </p:nvSpPr>
        <p:spPr>
          <a:xfrm>
            <a:off x="5152680" y="4058640"/>
            <a:ext cx="4426560" cy="2090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1666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mailto:gustavo.hochuli@pucpr.br" TargetMode="External"/><Relationship Id="rId2" Type="http://schemas.openxmlformats.org/officeDocument/2006/relationships/hyperlink" Target="mailto:aghochuli@ppgia.pucpr.br" TargetMode="External"/><Relationship Id="rId3" Type="http://schemas.openxmlformats.org/officeDocument/2006/relationships/hyperlink" Target="https://github.com/andrehochuli/teaching" TargetMode="External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7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7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7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slideLayout" Target="../slideLayouts/slideLayout17.xml"/><Relationship Id="rId7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7.png"/><Relationship Id="rId5" Type="http://schemas.openxmlformats.org/officeDocument/2006/relationships/image" Target="../media/image19.png"/><Relationship Id="rId6" Type="http://schemas.openxmlformats.org/officeDocument/2006/relationships/slideLayout" Target="../slideLayouts/slideLayout17.xml"/><Relationship Id="rId7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17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17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slideLayout" Target="../slideLayouts/slideLayout17.xml"/><Relationship Id="rId5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hyperlink" Target="https://github.com/andrehochuli/teaching/blob/main/%5BESPEC%5D%20Fundamentos%20Aprendizagem%20M&#225;quina/T&#243;pico%2007%20-%20Aprendizado%20N&#227;o%20Supervisionado/T&#243;pico%2007%20-%20Aprendizado%20-%20N&#227;o%20Supervisionado.ipynb" TargetMode="External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CustomShape 1"/>
          <p:cNvSpPr/>
          <p:nvPr/>
        </p:nvSpPr>
        <p:spPr>
          <a:xfrm>
            <a:off x="360000" y="3330000"/>
            <a:ext cx="93470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Aprendizado Não-Supervisionado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Agrupamentos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CustomShape 2"/>
          <p:cNvSpPr/>
          <p:nvPr/>
        </p:nvSpPr>
        <p:spPr>
          <a:xfrm>
            <a:off x="540000" y="4680000"/>
            <a:ext cx="9167040" cy="250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</a:pPr>
            <a:r>
              <a:rPr b="0" lang="pt-BR" sz="22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Prof. André Gustavo Hochuli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22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1"/>
              </a:rPr>
              <a:t>gustavo.hochuli@pucpr.br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22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2"/>
              </a:rPr>
              <a:t>aghochuli@ppgia.pucpr.br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22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3"/>
              </a:rPr>
              <a:t>github.com/andrehochuli/teaching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CustomShape 1"/>
          <p:cNvSpPr/>
          <p:nvPr/>
        </p:nvSpPr>
        <p:spPr>
          <a:xfrm>
            <a:off x="360000" y="360000"/>
            <a:ext cx="93470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3200" spc="-1" strike="noStrike">
                <a:solidFill>
                  <a:srgbClr val="ffffff"/>
                </a:solidFill>
                <a:latin typeface="Latin Modern Sans"/>
                <a:ea typeface="DejaVu Sans"/>
              </a:rPr>
              <a:t>Plano de Aula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CustomShape 4"/>
          <p:cNvSpPr/>
          <p:nvPr/>
        </p:nvSpPr>
        <p:spPr>
          <a:xfrm>
            <a:off x="360000" y="1980000"/>
            <a:ext cx="9167040" cy="46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16000" indent="-212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Discussões Iniciais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2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Supervisionado vs Não Supevisionado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2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Agrupamentos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K-Means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2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Métricas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2400">
              <a:lnSpc>
                <a:spcPct val="100000"/>
              </a:lnSpc>
              <a:spcAft>
                <a:spcPts val="1140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Exercícios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CustomShape 2"/>
          <p:cNvSpPr/>
          <p:nvPr/>
        </p:nvSpPr>
        <p:spPr>
          <a:xfrm>
            <a:off x="897120" y="6886080"/>
            <a:ext cx="643428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CustomShape 3"/>
          <p:cNvSpPr/>
          <p:nvPr/>
        </p:nvSpPr>
        <p:spPr>
          <a:xfrm>
            <a:off x="7608600" y="6886080"/>
            <a:ext cx="227232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Agrupamentos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ustomShape 6"/>
          <p:cNvSpPr/>
          <p:nvPr/>
        </p:nvSpPr>
        <p:spPr>
          <a:xfrm>
            <a:off x="360000" y="360000"/>
            <a:ext cx="93470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Discussões Iniciais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CustomShape 7"/>
          <p:cNvSpPr/>
          <p:nvPr/>
        </p:nvSpPr>
        <p:spPr>
          <a:xfrm>
            <a:off x="360000" y="1980000"/>
            <a:ext cx="9167040" cy="46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CustomShape 12"/>
          <p:cNvSpPr/>
          <p:nvPr/>
        </p:nvSpPr>
        <p:spPr>
          <a:xfrm>
            <a:off x="897120" y="6886080"/>
            <a:ext cx="643428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CustomShape 13"/>
          <p:cNvSpPr/>
          <p:nvPr/>
        </p:nvSpPr>
        <p:spPr>
          <a:xfrm>
            <a:off x="7608600" y="6886080"/>
            <a:ext cx="227232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Agrupamentos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"/>
          <p:cNvSpPr/>
          <p:nvPr/>
        </p:nvSpPr>
        <p:spPr>
          <a:xfrm>
            <a:off x="342360" y="1529280"/>
            <a:ext cx="9373320" cy="53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Supervisionado vs Não Supervisionado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3" name="" descr=""/>
          <p:cNvPicPr/>
          <p:nvPr/>
        </p:nvPicPr>
        <p:blipFill>
          <a:blip r:embed="rId1"/>
          <a:srcRect l="2332" t="31588" r="1417" b="4132"/>
          <a:stretch/>
        </p:blipFill>
        <p:spPr>
          <a:xfrm>
            <a:off x="1800000" y="2376000"/>
            <a:ext cx="6370560" cy="2121840"/>
          </a:xfrm>
          <a:prstGeom prst="rect">
            <a:avLst/>
          </a:prstGeom>
          <a:ln w="0">
            <a:noFill/>
          </a:ln>
        </p:spPr>
      </p:pic>
      <p:pic>
        <p:nvPicPr>
          <p:cNvPr id="194" name="" descr=""/>
          <p:cNvPicPr/>
          <p:nvPr/>
        </p:nvPicPr>
        <p:blipFill>
          <a:blip r:embed="rId2"/>
          <a:stretch/>
        </p:blipFill>
        <p:spPr>
          <a:xfrm>
            <a:off x="2520000" y="4572000"/>
            <a:ext cx="2095200" cy="2135880"/>
          </a:xfrm>
          <a:prstGeom prst="rect">
            <a:avLst/>
          </a:prstGeom>
          <a:ln w="0">
            <a:noFill/>
          </a:ln>
        </p:spPr>
      </p:pic>
      <p:pic>
        <p:nvPicPr>
          <p:cNvPr id="195" name="" descr=""/>
          <p:cNvPicPr/>
          <p:nvPr/>
        </p:nvPicPr>
        <p:blipFill>
          <a:blip r:embed="rId3"/>
          <a:stretch/>
        </p:blipFill>
        <p:spPr>
          <a:xfrm>
            <a:off x="5940000" y="4653360"/>
            <a:ext cx="2129400" cy="2220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CustomShape 5"/>
          <p:cNvSpPr/>
          <p:nvPr/>
        </p:nvSpPr>
        <p:spPr>
          <a:xfrm>
            <a:off x="360000" y="360000"/>
            <a:ext cx="93470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Aprendizado Não Supervisado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CustomShape 8"/>
          <p:cNvSpPr/>
          <p:nvPr/>
        </p:nvSpPr>
        <p:spPr>
          <a:xfrm>
            <a:off x="360000" y="1980000"/>
            <a:ext cx="9167040" cy="46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CustomShape 9"/>
          <p:cNvSpPr/>
          <p:nvPr/>
        </p:nvSpPr>
        <p:spPr>
          <a:xfrm>
            <a:off x="897120" y="6886080"/>
            <a:ext cx="643428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CustomShape 10"/>
          <p:cNvSpPr/>
          <p:nvPr/>
        </p:nvSpPr>
        <p:spPr>
          <a:xfrm>
            <a:off x="7608600" y="6886080"/>
            <a:ext cx="227232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Agrupamentos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"/>
          <p:cNvSpPr/>
          <p:nvPr/>
        </p:nvSpPr>
        <p:spPr>
          <a:xfrm>
            <a:off x="342360" y="1529280"/>
            <a:ext cx="9373320" cy="53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Rotular dados é custoso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Agrupamento (Clustering):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Encontrar relacionamentos intrínseco dos atributos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Métrica de agrupamento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Avaliar os grupos (clusters)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1" name="" descr=""/>
          <p:cNvPicPr/>
          <p:nvPr/>
        </p:nvPicPr>
        <p:blipFill>
          <a:blip r:embed="rId1"/>
          <a:stretch/>
        </p:blipFill>
        <p:spPr>
          <a:xfrm>
            <a:off x="2592000" y="4199400"/>
            <a:ext cx="5553720" cy="2278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CustomShape 20"/>
          <p:cNvSpPr/>
          <p:nvPr/>
        </p:nvSpPr>
        <p:spPr>
          <a:xfrm>
            <a:off x="360000" y="360000"/>
            <a:ext cx="93470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Clustering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CustomShape 21"/>
          <p:cNvSpPr/>
          <p:nvPr/>
        </p:nvSpPr>
        <p:spPr>
          <a:xfrm>
            <a:off x="360000" y="1980000"/>
            <a:ext cx="9167040" cy="46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CustomShape 22"/>
          <p:cNvSpPr/>
          <p:nvPr/>
        </p:nvSpPr>
        <p:spPr>
          <a:xfrm>
            <a:off x="897120" y="6886080"/>
            <a:ext cx="643428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CustomShape 23"/>
          <p:cNvSpPr/>
          <p:nvPr/>
        </p:nvSpPr>
        <p:spPr>
          <a:xfrm>
            <a:off x="7608600" y="6886080"/>
            <a:ext cx="227232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Agrupamentos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342360" y="1529280"/>
            <a:ext cx="9373320" cy="53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Exemplos: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Segmentação de consumidores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Classificação de Anomalias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Defeitos, Doenças, Fraudes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Classificação de espécies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Organização de Documentos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Mineração de dados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Redução de Dimensionalidade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Casos reais: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Determinação de Recall baseado em histórico de reparos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3" marL="864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Características de produtos não vendidos (i.e 220v em cidades 110v)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7" name="" descr=""/>
          <p:cNvPicPr/>
          <p:nvPr/>
        </p:nvPicPr>
        <p:blipFill>
          <a:blip r:embed="rId1"/>
          <a:stretch/>
        </p:blipFill>
        <p:spPr>
          <a:xfrm>
            <a:off x="4320360" y="1724760"/>
            <a:ext cx="5037840" cy="1385640"/>
          </a:xfrm>
          <a:prstGeom prst="rect">
            <a:avLst/>
          </a:prstGeom>
          <a:ln w="0">
            <a:noFill/>
          </a:ln>
        </p:spPr>
      </p:pic>
      <p:pic>
        <p:nvPicPr>
          <p:cNvPr id="208" name="" descr=""/>
          <p:cNvPicPr/>
          <p:nvPr/>
        </p:nvPicPr>
        <p:blipFill>
          <a:blip r:embed="rId2"/>
          <a:stretch/>
        </p:blipFill>
        <p:spPr>
          <a:xfrm>
            <a:off x="4648320" y="3906000"/>
            <a:ext cx="4169880" cy="13122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CustomShape 25"/>
          <p:cNvSpPr/>
          <p:nvPr/>
        </p:nvSpPr>
        <p:spPr>
          <a:xfrm>
            <a:off x="360000" y="360000"/>
            <a:ext cx="93470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Clustering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CustomShape 26"/>
          <p:cNvSpPr/>
          <p:nvPr/>
        </p:nvSpPr>
        <p:spPr>
          <a:xfrm>
            <a:off x="360000" y="1980000"/>
            <a:ext cx="9167040" cy="46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CustomShape 27"/>
          <p:cNvSpPr/>
          <p:nvPr/>
        </p:nvSpPr>
        <p:spPr>
          <a:xfrm>
            <a:off x="897120" y="6886080"/>
            <a:ext cx="643428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CustomShape 28"/>
          <p:cNvSpPr/>
          <p:nvPr/>
        </p:nvSpPr>
        <p:spPr>
          <a:xfrm>
            <a:off x="7608600" y="6886080"/>
            <a:ext cx="227232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Agrupamentos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342360" y="1529280"/>
            <a:ext cx="9373320" cy="53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Workflow: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4" name="" descr=""/>
          <p:cNvPicPr/>
          <p:nvPr/>
        </p:nvPicPr>
        <p:blipFill>
          <a:blip r:embed="rId1"/>
          <a:stretch/>
        </p:blipFill>
        <p:spPr>
          <a:xfrm>
            <a:off x="1440000" y="2536200"/>
            <a:ext cx="6833880" cy="2321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CustomShape 30"/>
          <p:cNvSpPr/>
          <p:nvPr/>
        </p:nvSpPr>
        <p:spPr>
          <a:xfrm>
            <a:off x="360000" y="360000"/>
            <a:ext cx="93470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K-Means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CustomShape 31"/>
          <p:cNvSpPr/>
          <p:nvPr/>
        </p:nvSpPr>
        <p:spPr>
          <a:xfrm>
            <a:off x="360000" y="1980000"/>
            <a:ext cx="9167040" cy="46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CustomShape 32"/>
          <p:cNvSpPr/>
          <p:nvPr/>
        </p:nvSpPr>
        <p:spPr>
          <a:xfrm>
            <a:off x="897120" y="6886080"/>
            <a:ext cx="643428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CustomShape 33"/>
          <p:cNvSpPr/>
          <p:nvPr/>
        </p:nvSpPr>
        <p:spPr>
          <a:xfrm>
            <a:off x="7608600" y="6886080"/>
            <a:ext cx="227232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Agrupamentos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342360" y="1529280"/>
            <a:ext cx="9373320" cy="53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Define grupos aproximando dados próximos aos ‘centroides’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Cada iteração ajusta os centroides e os dados percentes a cada grupo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Ao fim, o centroides representam o ponto médio de cada cluster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0" name="" descr=""/>
          <p:cNvPicPr/>
          <p:nvPr/>
        </p:nvPicPr>
        <p:blipFill>
          <a:blip r:embed="rId1"/>
          <a:stretch/>
        </p:blipFill>
        <p:spPr>
          <a:xfrm>
            <a:off x="681120" y="3203640"/>
            <a:ext cx="8726400" cy="3220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CustomShape 80"/>
          <p:cNvSpPr/>
          <p:nvPr/>
        </p:nvSpPr>
        <p:spPr>
          <a:xfrm>
            <a:off x="360000" y="360000"/>
            <a:ext cx="93470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K-Means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CustomShape 81"/>
          <p:cNvSpPr/>
          <p:nvPr/>
        </p:nvSpPr>
        <p:spPr>
          <a:xfrm>
            <a:off x="360000" y="1980000"/>
            <a:ext cx="9167040" cy="46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CustomShape 82"/>
          <p:cNvSpPr/>
          <p:nvPr/>
        </p:nvSpPr>
        <p:spPr>
          <a:xfrm>
            <a:off x="897120" y="6886080"/>
            <a:ext cx="643428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CustomShape 83"/>
          <p:cNvSpPr/>
          <p:nvPr/>
        </p:nvSpPr>
        <p:spPr>
          <a:xfrm>
            <a:off x="7608600" y="6886080"/>
            <a:ext cx="227232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Agrupamentos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342360" y="1529280"/>
            <a:ext cx="9373320" cy="53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Algoritmo: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6" name="" descr=""/>
          <p:cNvPicPr/>
          <p:nvPr/>
        </p:nvPicPr>
        <p:blipFill>
          <a:blip r:embed="rId1"/>
          <a:stretch/>
        </p:blipFill>
        <p:spPr>
          <a:xfrm>
            <a:off x="648000" y="2281680"/>
            <a:ext cx="3237840" cy="4365360"/>
          </a:xfrm>
          <a:prstGeom prst="rect">
            <a:avLst/>
          </a:prstGeom>
          <a:ln w="0">
            <a:noFill/>
          </a:ln>
        </p:spPr>
      </p:pic>
      <p:pic>
        <p:nvPicPr>
          <p:cNvPr id="227" name="" descr=""/>
          <p:cNvPicPr/>
          <p:nvPr/>
        </p:nvPicPr>
        <p:blipFill>
          <a:blip r:embed="rId2"/>
          <a:stretch/>
        </p:blipFill>
        <p:spPr>
          <a:xfrm>
            <a:off x="4325400" y="2610000"/>
            <a:ext cx="5046120" cy="3403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CustomShape 15"/>
          <p:cNvSpPr/>
          <p:nvPr/>
        </p:nvSpPr>
        <p:spPr>
          <a:xfrm>
            <a:off x="360000" y="360000"/>
            <a:ext cx="93470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K-Means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CustomShape 16"/>
          <p:cNvSpPr/>
          <p:nvPr/>
        </p:nvSpPr>
        <p:spPr>
          <a:xfrm>
            <a:off x="360000" y="1980000"/>
            <a:ext cx="9167040" cy="46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CustomShape 17"/>
          <p:cNvSpPr/>
          <p:nvPr/>
        </p:nvSpPr>
        <p:spPr>
          <a:xfrm>
            <a:off x="897120" y="6886080"/>
            <a:ext cx="643428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CustomShape 18"/>
          <p:cNvSpPr/>
          <p:nvPr/>
        </p:nvSpPr>
        <p:spPr>
          <a:xfrm>
            <a:off x="7608600" y="6886080"/>
            <a:ext cx="227232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Agrupamentos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342360" y="1529280"/>
            <a:ext cx="9373320" cy="53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Algoritmo: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3" name="" descr=""/>
          <p:cNvPicPr/>
          <p:nvPr/>
        </p:nvPicPr>
        <p:blipFill>
          <a:blip r:embed="rId1"/>
          <a:stretch/>
        </p:blipFill>
        <p:spPr>
          <a:xfrm>
            <a:off x="648000" y="2281680"/>
            <a:ext cx="3237840" cy="4365360"/>
          </a:xfrm>
          <a:prstGeom prst="rect">
            <a:avLst/>
          </a:prstGeom>
          <a:ln w="0">
            <a:noFill/>
          </a:ln>
        </p:spPr>
      </p:pic>
      <p:pic>
        <p:nvPicPr>
          <p:cNvPr id="234" name="" descr=""/>
          <p:cNvPicPr/>
          <p:nvPr/>
        </p:nvPicPr>
        <p:blipFill>
          <a:blip r:embed="rId2"/>
          <a:stretch/>
        </p:blipFill>
        <p:spPr>
          <a:xfrm>
            <a:off x="3524760" y="2245680"/>
            <a:ext cx="6265440" cy="664560"/>
          </a:xfrm>
          <a:prstGeom prst="rect">
            <a:avLst/>
          </a:prstGeom>
          <a:ln w="0">
            <a:noFill/>
          </a:ln>
        </p:spPr>
      </p:pic>
      <p:pic>
        <p:nvPicPr>
          <p:cNvPr id="235" name="" descr=""/>
          <p:cNvPicPr/>
          <p:nvPr/>
        </p:nvPicPr>
        <p:blipFill>
          <a:blip r:embed="rId3"/>
          <a:stretch/>
        </p:blipFill>
        <p:spPr>
          <a:xfrm>
            <a:off x="3816000" y="2919960"/>
            <a:ext cx="6118200" cy="1002240"/>
          </a:xfrm>
          <a:prstGeom prst="rect">
            <a:avLst/>
          </a:prstGeom>
          <a:ln w="0">
            <a:noFill/>
          </a:ln>
        </p:spPr>
      </p:pic>
      <p:pic>
        <p:nvPicPr>
          <p:cNvPr id="236" name="" descr=""/>
          <p:cNvPicPr/>
          <p:nvPr/>
        </p:nvPicPr>
        <p:blipFill>
          <a:blip r:embed="rId4"/>
          <a:srcRect l="2280" t="0" r="0" b="0"/>
          <a:stretch/>
        </p:blipFill>
        <p:spPr>
          <a:xfrm>
            <a:off x="3815640" y="3924000"/>
            <a:ext cx="4595400" cy="826560"/>
          </a:xfrm>
          <a:prstGeom prst="rect">
            <a:avLst/>
          </a:prstGeom>
          <a:ln w="0">
            <a:noFill/>
          </a:ln>
        </p:spPr>
      </p:pic>
      <p:pic>
        <p:nvPicPr>
          <p:cNvPr id="237" name="" descr=""/>
          <p:cNvPicPr/>
          <p:nvPr/>
        </p:nvPicPr>
        <p:blipFill>
          <a:blip r:embed="rId5"/>
          <a:stretch/>
        </p:blipFill>
        <p:spPr>
          <a:xfrm>
            <a:off x="3780000" y="5040000"/>
            <a:ext cx="5693760" cy="66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CustomShape 35"/>
          <p:cNvSpPr/>
          <p:nvPr/>
        </p:nvSpPr>
        <p:spPr>
          <a:xfrm>
            <a:off x="360000" y="360000"/>
            <a:ext cx="93470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K-Means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CustomShape 36"/>
          <p:cNvSpPr/>
          <p:nvPr/>
        </p:nvSpPr>
        <p:spPr>
          <a:xfrm>
            <a:off x="360000" y="1980000"/>
            <a:ext cx="9167040" cy="46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CustomShape 37"/>
          <p:cNvSpPr/>
          <p:nvPr/>
        </p:nvSpPr>
        <p:spPr>
          <a:xfrm>
            <a:off x="897120" y="6886080"/>
            <a:ext cx="643428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CustomShape 38"/>
          <p:cNvSpPr/>
          <p:nvPr/>
        </p:nvSpPr>
        <p:spPr>
          <a:xfrm>
            <a:off x="7608600" y="6886080"/>
            <a:ext cx="227232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Agrupamentos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"/>
          <p:cNvSpPr/>
          <p:nvPr/>
        </p:nvSpPr>
        <p:spPr>
          <a:xfrm>
            <a:off x="342360" y="1529280"/>
            <a:ext cx="9373320" cy="53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E como avaliar os clusteres ? Como determinar K?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3" name="" descr=""/>
          <p:cNvPicPr/>
          <p:nvPr/>
        </p:nvPicPr>
        <p:blipFill>
          <a:blip r:embed="rId1"/>
          <a:srcRect l="0" t="0" r="0" b="29245"/>
          <a:stretch/>
        </p:blipFill>
        <p:spPr>
          <a:xfrm>
            <a:off x="540000" y="2452320"/>
            <a:ext cx="8656200" cy="3978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CustomShape 40"/>
          <p:cNvSpPr/>
          <p:nvPr/>
        </p:nvSpPr>
        <p:spPr>
          <a:xfrm>
            <a:off x="360000" y="360000"/>
            <a:ext cx="93470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K-Means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CustomShape 41"/>
          <p:cNvSpPr/>
          <p:nvPr/>
        </p:nvSpPr>
        <p:spPr>
          <a:xfrm>
            <a:off x="360000" y="1980000"/>
            <a:ext cx="9167040" cy="46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CustomShape 42"/>
          <p:cNvSpPr/>
          <p:nvPr/>
        </p:nvSpPr>
        <p:spPr>
          <a:xfrm>
            <a:off x="897120" y="6886080"/>
            <a:ext cx="643428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CustomShape 43"/>
          <p:cNvSpPr/>
          <p:nvPr/>
        </p:nvSpPr>
        <p:spPr>
          <a:xfrm>
            <a:off x="7608600" y="6886080"/>
            <a:ext cx="227232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Agrupamentos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"/>
          <p:cNvSpPr/>
          <p:nvPr/>
        </p:nvSpPr>
        <p:spPr>
          <a:xfrm>
            <a:off x="342360" y="1529280"/>
            <a:ext cx="9373320" cy="53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Inertia (Soma dos erros quadrados)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Elbow Method (Inertia global)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9" name="" descr=""/>
          <p:cNvPicPr/>
          <p:nvPr/>
        </p:nvPicPr>
        <p:blipFill>
          <a:blip r:embed="rId1"/>
          <a:stretch/>
        </p:blipFill>
        <p:spPr>
          <a:xfrm>
            <a:off x="5761440" y="1800000"/>
            <a:ext cx="3795480" cy="2698200"/>
          </a:xfrm>
          <a:prstGeom prst="rect">
            <a:avLst/>
          </a:prstGeom>
          <a:ln w="0">
            <a:noFill/>
          </a:ln>
        </p:spPr>
      </p:pic>
      <p:pic>
        <p:nvPicPr>
          <p:cNvPr id="250" name="" descr=""/>
          <p:cNvPicPr/>
          <p:nvPr/>
        </p:nvPicPr>
        <p:blipFill>
          <a:blip r:embed="rId2"/>
          <a:stretch/>
        </p:blipFill>
        <p:spPr>
          <a:xfrm>
            <a:off x="2628000" y="3810960"/>
            <a:ext cx="1753920" cy="867240"/>
          </a:xfrm>
          <a:prstGeom prst="rect">
            <a:avLst/>
          </a:prstGeom>
          <a:ln w="0">
            <a:noFill/>
          </a:ln>
        </p:spPr>
      </p:pic>
      <p:pic>
        <p:nvPicPr>
          <p:cNvPr id="251" name="" descr=""/>
          <p:cNvPicPr/>
          <p:nvPr/>
        </p:nvPicPr>
        <p:blipFill>
          <a:blip r:embed="rId3"/>
          <a:stretch/>
        </p:blipFill>
        <p:spPr>
          <a:xfrm>
            <a:off x="2426400" y="3852000"/>
            <a:ext cx="324000" cy="785520"/>
          </a:xfrm>
          <a:prstGeom prst="rect">
            <a:avLst/>
          </a:prstGeom>
          <a:ln w="0">
            <a:noFill/>
          </a:ln>
        </p:spPr>
      </p:pic>
      <p:pic>
        <p:nvPicPr>
          <p:cNvPr id="252" name="" descr=""/>
          <p:cNvPicPr/>
          <p:nvPr/>
        </p:nvPicPr>
        <p:blipFill>
          <a:blip r:embed="rId4"/>
          <a:stretch/>
        </p:blipFill>
        <p:spPr>
          <a:xfrm>
            <a:off x="1620000" y="2370960"/>
            <a:ext cx="1753920" cy="867240"/>
          </a:xfrm>
          <a:prstGeom prst="rect">
            <a:avLst/>
          </a:prstGeom>
          <a:ln w="0">
            <a:noFill/>
          </a:ln>
        </p:spPr>
      </p:pic>
      <p:pic>
        <p:nvPicPr>
          <p:cNvPr id="253" name="" descr=""/>
          <p:cNvPicPr/>
          <p:nvPr/>
        </p:nvPicPr>
        <p:blipFill>
          <a:blip r:embed="rId5"/>
          <a:srcRect l="4321" t="14940" r="15567" b="6041"/>
          <a:stretch/>
        </p:blipFill>
        <p:spPr>
          <a:xfrm>
            <a:off x="1260000" y="4500000"/>
            <a:ext cx="3670560" cy="2337840"/>
          </a:xfrm>
          <a:prstGeom prst="rect">
            <a:avLst/>
          </a:prstGeom>
          <a:ln w="0">
            <a:noFill/>
          </a:ln>
        </p:spPr>
      </p:pic>
      <p:sp>
        <p:nvSpPr>
          <p:cNvPr id="254" name=""/>
          <p:cNvSpPr/>
          <p:nvPr/>
        </p:nvSpPr>
        <p:spPr>
          <a:xfrm>
            <a:off x="2844000" y="5724000"/>
            <a:ext cx="178200" cy="358200"/>
          </a:xfrm>
          <a:custGeom>
            <a:avLst/>
            <a:gdLst>
              <a:gd name="textAreaLeft" fmla="*/ 0 w 178200"/>
              <a:gd name="textAreaRight" fmla="*/ 178920 w 178200"/>
              <a:gd name="textAreaTop" fmla="*/ 0 h 358200"/>
              <a:gd name="textAreaBottom" fmla="*/ 358920 h 358200"/>
            </a:gdLst>
            <a:ahLst/>
            <a:rect l="textAreaLeft" t="textAreaTop" r="textAreaRight" b="textAreaBottom"/>
            <a:pathLst>
              <a:path w="21600" h="21600">
                <a:moveTo>
                  <a:pt x="5400" y="0"/>
                </a:moveTo>
                <a:lnTo>
                  <a:pt x="5400" y="16200"/>
                </a:lnTo>
                <a:lnTo>
                  <a:pt x="0" y="16200"/>
                </a:lnTo>
                <a:lnTo>
                  <a:pt x="10800" y="21600"/>
                </a:lnTo>
                <a:lnTo>
                  <a:pt x="21600" y="16200"/>
                </a:lnTo>
                <a:lnTo>
                  <a:pt x="16200" y="16200"/>
                </a:lnTo>
                <a:lnTo>
                  <a:pt x="16200" y="0"/>
                </a:lnTo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CustomShape 45"/>
          <p:cNvSpPr/>
          <p:nvPr/>
        </p:nvSpPr>
        <p:spPr>
          <a:xfrm>
            <a:off x="360000" y="360000"/>
            <a:ext cx="93470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K-Means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CustomShape 46"/>
          <p:cNvSpPr/>
          <p:nvPr/>
        </p:nvSpPr>
        <p:spPr>
          <a:xfrm>
            <a:off x="360000" y="1980000"/>
            <a:ext cx="9167040" cy="46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CustomShape 47"/>
          <p:cNvSpPr/>
          <p:nvPr/>
        </p:nvSpPr>
        <p:spPr>
          <a:xfrm>
            <a:off x="897120" y="6886080"/>
            <a:ext cx="643428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CustomShape 48"/>
          <p:cNvSpPr/>
          <p:nvPr/>
        </p:nvSpPr>
        <p:spPr>
          <a:xfrm>
            <a:off x="7608600" y="6886080"/>
            <a:ext cx="227232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Agrupamentos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"/>
          <p:cNvSpPr/>
          <p:nvPr/>
        </p:nvSpPr>
        <p:spPr>
          <a:xfrm>
            <a:off x="342360" y="1529280"/>
            <a:ext cx="9373320" cy="53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Silhueta (Silhouette)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Medida por instâncias [-1,1]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Coesão (a)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Separação (b)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[-1,+1]: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-1: Não coerente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2" marL="648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+1: Coerente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0" name="" descr=""/>
          <p:cNvPicPr/>
          <p:nvPr/>
        </p:nvPicPr>
        <p:blipFill>
          <a:blip r:embed="rId1"/>
          <a:stretch/>
        </p:blipFill>
        <p:spPr>
          <a:xfrm>
            <a:off x="4860720" y="1980000"/>
            <a:ext cx="4137480" cy="4137480"/>
          </a:xfrm>
          <a:prstGeom prst="rect">
            <a:avLst/>
          </a:prstGeom>
          <a:ln w="0">
            <a:noFill/>
          </a:ln>
        </p:spPr>
      </p:pic>
      <p:pic>
        <p:nvPicPr>
          <p:cNvPr id="261" name="" descr=""/>
          <p:cNvPicPr/>
          <p:nvPr/>
        </p:nvPicPr>
        <p:blipFill>
          <a:blip r:embed="rId2"/>
          <a:stretch/>
        </p:blipFill>
        <p:spPr>
          <a:xfrm>
            <a:off x="900000" y="3511800"/>
            <a:ext cx="1674360" cy="6264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CustomShape 50"/>
          <p:cNvSpPr/>
          <p:nvPr/>
        </p:nvSpPr>
        <p:spPr>
          <a:xfrm>
            <a:off x="360000" y="360000"/>
            <a:ext cx="93470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K-Means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CustomShape 51"/>
          <p:cNvSpPr/>
          <p:nvPr/>
        </p:nvSpPr>
        <p:spPr>
          <a:xfrm>
            <a:off x="360000" y="1980000"/>
            <a:ext cx="9167040" cy="46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CustomShape 52"/>
          <p:cNvSpPr/>
          <p:nvPr/>
        </p:nvSpPr>
        <p:spPr>
          <a:xfrm>
            <a:off x="897120" y="6886080"/>
            <a:ext cx="643428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CustomShape 53"/>
          <p:cNvSpPr/>
          <p:nvPr/>
        </p:nvSpPr>
        <p:spPr>
          <a:xfrm>
            <a:off x="7608600" y="6886080"/>
            <a:ext cx="227232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Agrupamentos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"/>
          <p:cNvSpPr/>
          <p:nvPr/>
        </p:nvSpPr>
        <p:spPr>
          <a:xfrm>
            <a:off x="342360" y="1529280"/>
            <a:ext cx="9373320" cy="53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Silhueta (Silhouete)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7" name="" descr=""/>
          <p:cNvPicPr/>
          <p:nvPr/>
        </p:nvPicPr>
        <p:blipFill>
          <a:blip r:embed="rId1"/>
          <a:stretch/>
        </p:blipFill>
        <p:spPr>
          <a:xfrm>
            <a:off x="2340000" y="2340000"/>
            <a:ext cx="5173560" cy="4138200"/>
          </a:xfrm>
          <a:prstGeom prst="rect">
            <a:avLst/>
          </a:prstGeom>
          <a:ln w="0">
            <a:noFill/>
          </a:ln>
        </p:spPr>
      </p:pic>
      <p:pic>
        <p:nvPicPr>
          <p:cNvPr id="268" name="" descr=""/>
          <p:cNvPicPr/>
          <p:nvPr/>
        </p:nvPicPr>
        <p:blipFill>
          <a:blip r:embed="rId2"/>
          <a:stretch/>
        </p:blipFill>
        <p:spPr>
          <a:xfrm>
            <a:off x="3847320" y="5040000"/>
            <a:ext cx="650880" cy="293040"/>
          </a:xfrm>
          <a:prstGeom prst="rect">
            <a:avLst/>
          </a:prstGeom>
          <a:ln w="0">
            <a:noFill/>
          </a:ln>
        </p:spPr>
      </p:pic>
      <p:pic>
        <p:nvPicPr>
          <p:cNvPr id="269" name="" descr=""/>
          <p:cNvPicPr/>
          <p:nvPr/>
        </p:nvPicPr>
        <p:blipFill>
          <a:blip r:embed="rId3"/>
          <a:stretch/>
        </p:blipFill>
        <p:spPr>
          <a:xfrm>
            <a:off x="5675760" y="4990680"/>
            <a:ext cx="550440" cy="407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CustomShape 55"/>
          <p:cNvSpPr/>
          <p:nvPr/>
        </p:nvSpPr>
        <p:spPr>
          <a:xfrm>
            <a:off x="360000" y="360000"/>
            <a:ext cx="93470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K-Means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CustomShape 56"/>
          <p:cNvSpPr/>
          <p:nvPr/>
        </p:nvSpPr>
        <p:spPr>
          <a:xfrm>
            <a:off x="360000" y="1980000"/>
            <a:ext cx="9167040" cy="46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CustomShape 57"/>
          <p:cNvSpPr/>
          <p:nvPr/>
        </p:nvSpPr>
        <p:spPr>
          <a:xfrm>
            <a:off x="897120" y="6886080"/>
            <a:ext cx="643428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CustomShape 58"/>
          <p:cNvSpPr/>
          <p:nvPr/>
        </p:nvSpPr>
        <p:spPr>
          <a:xfrm>
            <a:off x="7608600" y="6886080"/>
            <a:ext cx="227232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Agrupamentos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"/>
          <p:cNvSpPr/>
          <p:nvPr/>
        </p:nvSpPr>
        <p:spPr>
          <a:xfrm>
            <a:off x="342360" y="1529280"/>
            <a:ext cx="9373320" cy="53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Silhueta (Silhouete)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5" name="" descr=""/>
          <p:cNvPicPr/>
          <p:nvPr/>
        </p:nvPicPr>
        <p:blipFill>
          <a:blip r:embed="rId1"/>
          <a:stretch/>
        </p:blipFill>
        <p:spPr>
          <a:xfrm>
            <a:off x="3847320" y="5040000"/>
            <a:ext cx="650880" cy="293040"/>
          </a:xfrm>
          <a:prstGeom prst="rect">
            <a:avLst/>
          </a:prstGeom>
          <a:ln w="0">
            <a:noFill/>
          </a:ln>
        </p:spPr>
      </p:pic>
      <p:pic>
        <p:nvPicPr>
          <p:cNvPr id="276" name="" descr=""/>
          <p:cNvPicPr/>
          <p:nvPr/>
        </p:nvPicPr>
        <p:blipFill>
          <a:blip r:embed="rId2"/>
          <a:stretch/>
        </p:blipFill>
        <p:spPr>
          <a:xfrm>
            <a:off x="5567760" y="4990680"/>
            <a:ext cx="550440" cy="407520"/>
          </a:xfrm>
          <a:prstGeom prst="rect">
            <a:avLst/>
          </a:prstGeom>
          <a:ln w="0">
            <a:noFill/>
          </a:ln>
        </p:spPr>
      </p:pic>
      <p:pic>
        <p:nvPicPr>
          <p:cNvPr id="277" name="" descr=""/>
          <p:cNvPicPr/>
          <p:nvPr/>
        </p:nvPicPr>
        <p:blipFill>
          <a:blip r:embed="rId3"/>
          <a:srcRect l="10318" t="6776" r="9325" b="2354"/>
          <a:stretch/>
        </p:blipFill>
        <p:spPr>
          <a:xfrm>
            <a:off x="929160" y="2281320"/>
            <a:ext cx="7888680" cy="4556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" descr=""/>
          <p:cNvPicPr/>
          <p:nvPr/>
        </p:nvPicPr>
        <p:blipFill>
          <a:blip r:embed="rId1"/>
          <a:stretch/>
        </p:blipFill>
        <p:spPr>
          <a:xfrm>
            <a:off x="360" y="1833840"/>
            <a:ext cx="10078560" cy="5148360"/>
          </a:xfrm>
          <a:prstGeom prst="rect">
            <a:avLst/>
          </a:prstGeom>
          <a:ln w="0">
            <a:noFill/>
          </a:ln>
        </p:spPr>
      </p:pic>
      <p:sp>
        <p:nvSpPr>
          <p:cNvPr id="279" name="CustomShape 60"/>
          <p:cNvSpPr/>
          <p:nvPr/>
        </p:nvSpPr>
        <p:spPr>
          <a:xfrm>
            <a:off x="360000" y="360000"/>
            <a:ext cx="93470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K-Means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CustomShape 61"/>
          <p:cNvSpPr/>
          <p:nvPr/>
        </p:nvSpPr>
        <p:spPr>
          <a:xfrm>
            <a:off x="360000" y="1980000"/>
            <a:ext cx="9167040" cy="46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CustomShape 62"/>
          <p:cNvSpPr/>
          <p:nvPr/>
        </p:nvSpPr>
        <p:spPr>
          <a:xfrm>
            <a:off x="897120" y="6886080"/>
            <a:ext cx="643428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CustomShape 63"/>
          <p:cNvSpPr/>
          <p:nvPr/>
        </p:nvSpPr>
        <p:spPr>
          <a:xfrm>
            <a:off x="7608600" y="6886080"/>
            <a:ext cx="227232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Agrupamentos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"/>
          <p:cNvSpPr/>
          <p:nvPr/>
        </p:nvSpPr>
        <p:spPr>
          <a:xfrm>
            <a:off x="342360" y="1529280"/>
            <a:ext cx="9373320" cy="53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Silhueta (Silhouete)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4" name="" descr=""/>
          <p:cNvPicPr/>
          <p:nvPr/>
        </p:nvPicPr>
        <p:blipFill>
          <a:blip r:embed="rId1"/>
          <a:stretch/>
        </p:blipFill>
        <p:spPr>
          <a:xfrm>
            <a:off x="39600" y="1797840"/>
            <a:ext cx="10078560" cy="5148360"/>
          </a:xfrm>
          <a:prstGeom prst="rect">
            <a:avLst/>
          </a:prstGeom>
          <a:ln w="0">
            <a:noFill/>
          </a:ln>
        </p:spPr>
      </p:pic>
      <p:sp>
        <p:nvSpPr>
          <p:cNvPr id="285" name="CustomShape 65"/>
          <p:cNvSpPr/>
          <p:nvPr/>
        </p:nvSpPr>
        <p:spPr>
          <a:xfrm>
            <a:off x="360000" y="360000"/>
            <a:ext cx="93470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K-Means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CustomShape 66"/>
          <p:cNvSpPr/>
          <p:nvPr/>
        </p:nvSpPr>
        <p:spPr>
          <a:xfrm>
            <a:off x="360000" y="1980000"/>
            <a:ext cx="9167040" cy="46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CustomShape 67"/>
          <p:cNvSpPr/>
          <p:nvPr/>
        </p:nvSpPr>
        <p:spPr>
          <a:xfrm>
            <a:off x="897120" y="6886080"/>
            <a:ext cx="643428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CustomShape 68"/>
          <p:cNvSpPr/>
          <p:nvPr/>
        </p:nvSpPr>
        <p:spPr>
          <a:xfrm>
            <a:off x="7608600" y="6886080"/>
            <a:ext cx="227232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Agrupamentos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>
            <a:off x="342360" y="1529280"/>
            <a:ext cx="9373320" cy="53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Silhueta (Silhouete)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5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CustomShape 75"/>
          <p:cNvSpPr/>
          <p:nvPr/>
        </p:nvSpPr>
        <p:spPr>
          <a:xfrm>
            <a:off x="360000" y="360000"/>
            <a:ext cx="93470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</a:pPr>
            <a:r>
              <a:rPr b="1" lang="pt-BR" sz="2600" spc="-1" strike="noStrike">
                <a:solidFill>
                  <a:srgbClr val="ffffff"/>
                </a:solidFill>
                <a:latin typeface="Source Sans Pro Black"/>
                <a:ea typeface="DejaVu Sans"/>
              </a:rPr>
              <a:t>K-Means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CustomShape 76"/>
          <p:cNvSpPr/>
          <p:nvPr/>
        </p:nvSpPr>
        <p:spPr>
          <a:xfrm>
            <a:off x="360000" y="1980000"/>
            <a:ext cx="9167040" cy="46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Aft>
                <a:spcPts val="1140"/>
              </a:spcAft>
            </a:pP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CustomShape 77"/>
          <p:cNvSpPr/>
          <p:nvPr/>
        </p:nvSpPr>
        <p:spPr>
          <a:xfrm>
            <a:off x="897120" y="6886080"/>
            <a:ext cx="643428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Aprendizado de Máquina - Prof. André Hochuli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CustomShape 78"/>
          <p:cNvSpPr/>
          <p:nvPr/>
        </p:nvSpPr>
        <p:spPr>
          <a:xfrm>
            <a:off x="7608600" y="6886080"/>
            <a:ext cx="2272320" cy="35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  <a:ea typeface="DejaVu Sans"/>
              </a:rPr>
              <a:t>Agrupamentos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"/>
          <p:cNvSpPr/>
          <p:nvPr/>
        </p:nvSpPr>
        <p:spPr>
          <a:xfrm>
            <a:off x="342360" y="1529280"/>
            <a:ext cx="9373320" cy="535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Lets Code!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5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1c1c1c"/>
                </a:solidFill>
                <a:latin typeface="Latin Modern Sans"/>
                <a:ea typeface="DejaVu Sans"/>
              </a:rPr>
              <a:t>Link → </a:t>
            </a:r>
            <a:r>
              <a:rPr b="0" lang="pt-BR" sz="1600" spc="-1" strike="noStrike" u="sng">
                <a:solidFill>
                  <a:srgbClr val="0000ff"/>
                </a:solidFill>
                <a:uFillTx/>
                <a:latin typeface="Latin Modern Sans"/>
                <a:ea typeface="DejaVu Sans"/>
                <a:hlinkClick r:id="rId1"/>
              </a:rPr>
              <a:t>Tópico 07 - Aprendizado - Não Supervisionado - Kmeans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  <a:miter/>
        </a:ln>
        <a:ln w="25400" cap="flat" cmpd="sng" algn="ctr">
          <a:prstDash val="solid"/>
          <a:miter/>
        </a:ln>
        <a:ln w="3810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Aula 01 - Visão Computacional &amp; Processamento de Imagens</Template>
  <TotalTime>1458</TotalTime>
  <Application>LibreOffice/24.2.7.2$Linux_X86_64 LibreOffice_project/420$Build-2</Application>
  <AppVersion>15.0000</AppVersion>
  <Words>702</Words>
  <Paragraphs>202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2022-09-17T02:35:38Z</dcterms:created>
  <dc:creator>Andre Gustavo Hochuli</dc:creator>
  <dc:description/>
  <dc:language>en-US</dc:language>
  <cp:lastModifiedBy/>
  <dcterms:modified xsi:type="dcterms:W3CDTF">2025-11-07T15:43:14Z</dcterms:modified>
  <cp:revision>76</cp:revision>
  <dc:subject/>
  <dc:title>Apresentação do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0</vt:i4>
  </property>
  <property fmtid="{D5CDD505-2E9C-101B-9397-08002B2CF9AE}" pid="3" name="HyperlinksChanged">
    <vt:bool>0</vt:bool>
  </property>
  <property fmtid="{D5CDD505-2E9C-101B-9397-08002B2CF9AE}" pid="4" name="KSOProductBuildVer">
    <vt:lpwstr>1033-11.1.0.10161</vt:lpwstr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26</vt:i4>
  </property>
  <property fmtid="{D5CDD505-2E9C-101B-9397-08002B2CF9AE}" pid="8" name="PresentationFormat">
    <vt:lpwstr>Personalizar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26</vt:i4>
  </property>
</Properties>
</file>