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5.png" ContentType="image/png"/>
  <Override PartName="/ppt/media/image6.png" ContentType="image/png"/>
  <Override PartName="/ppt/media/image14.png" ContentType="image/png"/>
  <Override PartName="/ppt/media/image5.png" ContentType="image/png"/>
  <Override PartName="/ppt/media/image21.png" ContentType="image/png"/>
  <Override PartName="/ppt/media/image19.png" ContentType="image/png"/>
  <Override PartName="/ppt/media/image10.png" ContentType="image/png"/>
  <Override PartName="/ppt/media/image1.png" ContentType="image/png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notesMasterIdLst>
    <p:notesMasterId r:id="rId26"/>
  </p:notes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33260BC-1CAD-4289-ABC5-38CDEFEE07A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840" cy="359460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5040" cy="41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CustomShape 3"/>
          <p:cNvSpPr/>
          <p:nvPr/>
        </p:nvSpPr>
        <p:spPr>
          <a:xfrm>
            <a:off x="0" y="10155240"/>
            <a:ext cx="32634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840" cy="35946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5040" cy="41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CustomShape 3"/>
          <p:cNvSpPr/>
          <p:nvPr/>
        </p:nvSpPr>
        <p:spPr>
          <a:xfrm>
            <a:off x="0" y="10155240"/>
            <a:ext cx="32634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840" cy="359460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5040" cy="41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CustomShape 14"/>
          <p:cNvSpPr/>
          <p:nvPr/>
        </p:nvSpPr>
        <p:spPr>
          <a:xfrm>
            <a:off x="0" y="10155240"/>
            <a:ext cx="32634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840" cy="359460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5040" cy="41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CustomShape 11"/>
          <p:cNvSpPr/>
          <p:nvPr/>
        </p:nvSpPr>
        <p:spPr>
          <a:xfrm>
            <a:off x="0" y="10155240"/>
            <a:ext cx="32634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840" cy="359460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5040" cy="41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CustomShape 24"/>
          <p:cNvSpPr/>
          <p:nvPr/>
        </p:nvSpPr>
        <p:spPr>
          <a:xfrm>
            <a:off x="0" y="10155240"/>
            <a:ext cx="32634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840" cy="359460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5040" cy="41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CustomShape 29"/>
          <p:cNvSpPr/>
          <p:nvPr/>
        </p:nvSpPr>
        <p:spPr>
          <a:xfrm>
            <a:off x="0" y="10155240"/>
            <a:ext cx="32634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840" cy="359460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5040" cy="41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CustomShape 34"/>
          <p:cNvSpPr/>
          <p:nvPr/>
        </p:nvSpPr>
        <p:spPr>
          <a:xfrm>
            <a:off x="0" y="10155240"/>
            <a:ext cx="32634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840" cy="359460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5040" cy="41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CustomShape 84"/>
          <p:cNvSpPr/>
          <p:nvPr/>
        </p:nvSpPr>
        <p:spPr>
          <a:xfrm>
            <a:off x="0" y="10155240"/>
            <a:ext cx="32634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840" cy="35946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5040" cy="41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CustomShape 19"/>
          <p:cNvSpPr/>
          <p:nvPr/>
        </p:nvSpPr>
        <p:spPr>
          <a:xfrm>
            <a:off x="0" y="10155240"/>
            <a:ext cx="32634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840" cy="359460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5040" cy="41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CustomShape 39"/>
          <p:cNvSpPr/>
          <p:nvPr/>
        </p:nvSpPr>
        <p:spPr>
          <a:xfrm>
            <a:off x="0" y="10155240"/>
            <a:ext cx="32634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840" cy="35946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5040" cy="41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CustomShape 44"/>
          <p:cNvSpPr/>
          <p:nvPr/>
        </p:nvSpPr>
        <p:spPr>
          <a:xfrm>
            <a:off x="0" y="10155240"/>
            <a:ext cx="32634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840" cy="359460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5040" cy="41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CustomShape 49"/>
          <p:cNvSpPr/>
          <p:nvPr/>
        </p:nvSpPr>
        <p:spPr>
          <a:xfrm>
            <a:off x="0" y="10155240"/>
            <a:ext cx="32634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840" cy="359460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5040" cy="41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CustomShape 54"/>
          <p:cNvSpPr/>
          <p:nvPr/>
        </p:nvSpPr>
        <p:spPr>
          <a:xfrm>
            <a:off x="0" y="10155240"/>
            <a:ext cx="32634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840" cy="35946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5040" cy="41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CustomShape 59"/>
          <p:cNvSpPr/>
          <p:nvPr/>
        </p:nvSpPr>
        <p:spPr>
          <a:xfrm>
            <a:off x="0" y="10155240"/>
            <a:ext cx="32634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840" cy="359460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5040" cy="41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CustomShape 64"/>
          <p:cNvSpPr/>
          <p:nvPr/>
        </p:nvSpPr>
        <p:spPr>
          <a:xfrm>
            <a:off x="0" y="10155240"/>
            <a:ext cx="32634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840" cy="359460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5040" cy="41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CustomShape 69"/>
          <p:cNvSpPr/>
          <p:nvPr/>
        </p:nvSpPr>
        <p:spPr>
          <a:xfrm>
            <a:off x="0" y="10155240"/>
            <a:ext cx="32634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840" cy="359460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5040" cy="419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CustomShape 79"/>
          <p:cNvSpPr/>
          <p:nvPr/>
        </p:nvSpPr>
        <p:spPr>
          <a:xfrm>
            <a:off x="0" y="10155240"/>
            <a:ext cx="32634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3150000"/>
            <a:ext cx="9707400" cy="1247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stomShape 1"/>
          <p:cNvSpPr/>
          <p:nvPr/>
        </p:nvSpPr>
        <p:spPr>
          <a:xfrm>
            <a:off x="0" y="3150000"/>
            <a:ext cx="9707400" cy="1247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stomShape 1"/>
          <p:cNvSpPr/>
          <p:nvPr/>
        </p:nvSpPr>
        <p:spPr>
          <a:xfrm>
            <a:off x="0" y="3150000"/>
            <a:ext cx="9707400" cy="1247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ustomShape 1"/>
          <p:cNvSpPr/>
          <p:nvPr/>
        </p:nvSpPr>
        <p:spPr>
          <a:xfrm>
            <a:off x="0" y="3150000"/>
            <a:ext cx="9707400" cy="1247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ustomShape 1"/>
          <p:cNvSpPr/>
          <p:nvPr/>
        </p:nvSpPr>
        <p:spPr>
          <a:xfrm>
            <a:off x="0" y="3150000"/>
            <a:ext cx="9707400" cy="1247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0" y="3150000"/>
            <a:ext cx="9707400" cy="1247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0" y="3150000"/>
            <a:ext cx="9707400" cy="1247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>
            <a:off x="0" y="3150000"/>
            <a:ext cx="9707400" cy="1247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0" y="3150000"/>
            <a:ext cx="9707400" cy="1247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0" y="3150000"/>
            <a:ext cx="9707400" cy="1247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0" y="3150000"/>
            <a:ext cx="9707400" cy="1247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0" y="3150000"/>
            <a:ext cx="9707400" cy="1247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0" y="180000"/>
            <a:ext cx="9707400" cy="124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7560000" y="6840000"/>
            <a:ext cx="2507400" cy="52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900000" y="6840000"/>
            <a:ext cx="6467400" cy="5274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CustomShape 4"/>
          <p:cNvSpPr/>
          <p:nvPr/>
        </p:nvSpPr>
        <p:spPr>
          <a:xfrm>
            <a:off x="180000" y="6840000"/>
            <a:ext cx="527400" cy="5274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0" y="180000"/>
            <a:ext cx="9707400" cy="124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7560000" y="6840000"/>
            <a:ext cx="2507400" cy="52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900000" y="6840000"/>
            <a:ext cx="6467400" cy="5274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CustomShape 4"/>
          <p:cNvSpPr/>
          <p:nvPr/>
        </p:nvSpPr>
        <p:spPr>
          <a:xfrm>
            <a:off x="180000" y="6840000"/>
            <a:ext cx="527400" cy="5274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0" y="180000"/>
            <a:ext cx="9707400" cy="124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CustomShape 2"/>
          <p:cNvSpPr/>
          <p:nvPr/>
        </p:nvSpPr>
        <p:spPr>
          <a:xfrm>
            <a:off x="7560000" y="6840000"/>
            <a:ext cx="2507400" cy="52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CustomShape 3"/>
          <p:cNvSpPr/>
          <p:nvPr/>
        </p:nvSpPr>
        <p:spPr>
          <a:xfrm>
            <a:off x="900000" y="6840000"/>
            <a:ext cx="6467400" cy="5274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CustomShape 4"/>
          <p:cNvSpPr/>
          <p:nvPr/>
        </p:nvSpPr>
        <p:spPr>
          <a:xfrm>
            <a:off x="180000" y="6840000"/>
            <a:ext cx="527400" cy="5274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0" y="180000"/>
            <a:ext cx="9707400" cy="124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7560000" y="6840000"/>
            <a:ext cx="2507400" cy="52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CustomShape 3"/>
          <p:cNvSpPr/>
          <p:nvPr/>
        </p:nvSpPr>
        <p:spPr>
          <a:xfrm>
            <a:off x="900000" y="6840000"/>
            <a:ext cx="6467400" cy="5274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CustomShape 4"/>
          <p:cNvSpPr/>
          <p:nvPr/>
        </p:nvSpPr>
        <p:spPr>
          <a:xfrm>
            <a:off x="180000" y="6840000"/>
            <a:ext cx="527400" cy="5274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0" y="180000"/>
            <a:ext cx="9707400" cy="124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7560000" y="6840000"/>
            <a:ext cx="2507400" cy="52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CustomShape 3"/>
          <p:cNvSpPr/>
          <p:nvPr/>
        </p:nvSpPr>
        <p:spPr>
          <a:xfrm>
            <a:off x="900000" y="6840000"/>
            <a:ext cx="6467400" cy="5274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CustomShape 4"/>
          <p:cNvSpPr/>
          <p:nvPr/>
        </p:nvSpPr>
        <p:spPr>
          <a:xfrm>
            <a:off x="180000" y="6840000"/>
            <a:ext cx="527400" cy="5274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0" y="180000"/>
            <a:ext cx="9707400" cy="124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CustomShape 2"/>
          <p:cNvSpPr/>
          <p:nvPr/>
        </p:nvSpPr>
        <p:spPr>
          <a:xfrm>
            <a:off x="7560000" y="6840000"/>
            <a:ext cx="2507400" cy="52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CustomShape 3"/>
          <p:cNvSpPr/>
          <p:nvPr/>
        </p:nvSpPr>
        <p:spPr>
          <a:xfrm>
            <a:off x="900000" y="6840000"/>
            <a:ext cx="6467400" cy="5274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CustomShape 4"/>
          <p:cNvSpPr/>
          <p:nvPr/>
        </p:nvSpPr>
        <p:spPr>
          <a:xfrm>
            <a:off x="180000" y="6840000"/>
            <a:ext cx="527400" cy="5274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0" y="180000"/>
            <a:ext cx="9707400" cy="124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7560000" y="6840000"/>
            <a:ext cx="2507400" cy="52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CustomShape 3"/>
          <p:cNvSpPr/>
          <p:nvPr/>
        </p:nvSpPr>
        <p:spPr>
          <a:xfrm>
            <a:off x="900000" y="6840000"/>
            <a:ext cx="6467400" cy="5274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CustomShape 4"/>
          <p:cNvSpPr/>
          <p:nvPr/>
        </p:nvSpPr>
        <p:spPr>
          <a:xfrm>
            <a:off x="180000" y="6840000"/>
            <a:ext cx="527400" cy="5274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0" y="180000"/>
            <a:ext cx="9707400" cy="124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CustomShape 2"/>
          <p:cNvSpPr/>
          <p:nvPr/>
        </p:nvSpPr>
        <p:spPr>
          <a:xfrm>
            <a:off x="7560000" y="6840000"/>
            <a:ext cx="2507400" cy="52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CustomShape 3"/>
          <p:cNvSpPr/>
          <p:nvPr/>
        </p:nvSpPr>
        <p:spPr>
          <a:xfrm>
            <a:off x="900000" y="6840000"/>
            <a:ext cx="6467400" cy="5274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CustomShape 4"/>
          <p:cNvSpPr/>
          <p:nvPr/>
        </p:nvSpPr>
        <p:spPr>
          <a:xfrm>
            <a:off x="180000" y="6840000"/>
            <a:ext cx="527400" cy="5274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0" y="180000"/>
            <a:ext cx="9707400" cy="124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CustomShape 2"/>
          <p:cNvSpPr/>
          <p:nvPr/>
        </p:nvSpPr>
        <p:spPr>
          <a:xfrm>
            <a:off x="7560000" y="6840000"/>
            <a:ext cx="2507400" cy="52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CustomShape 3"/>
          <p:cNvSpPr/>
          <p:nvPr/>
        </p:nvSpPr>
        <p:spPr>
          <a:xfrm>
            <a:off x="900000" y="6840000"/>
            <a:ext cx="6467400" cy="5274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CustomShape 4"/>
          <p:cNvSpPr/>
          <p:nvPr/>
        </p:nvSpPr>
        <p:spPr>
          <a:xfrm>
            <a:off x="180000" y="6840000"/>
            <a:ext cx="527400" cy="5274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0" y="180000"/>
            <a:ext cx="9707400" cy="124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7560000" y="6840000"/>
            <a:ext cx="2507400" cy="52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CustomShape 3"/>
          <p:cNvSpPr/>
          <p:nvPr/>
        </p:nvSpPr>
        <p:spPr>
          <a:xfrm>
            <a:off x="900000" y="6840000"/>
            <a:ext cx="6467400" cy="5274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CustomShape 4"/>
          <p:cNvSpPr/>
          <p:nvPr/>
        </p:nvSpPr>
        <p:spPr>
          <a:xfrm>
            <a:off x="180000" y="6840000"/>
            <a:ext cx="527400" cy="5274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0" y="180000"/>
            <a:ext cx="9707400" cy="124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7560000" y="6840000"/>
            <a:ext cx="2507400" cy="52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900000" y="6840000"/>
            <a:ext cx="6467400" cy="5274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CustomShape 4"/>
          <p:cNvSpPr/>
          <p:nvPr/>
        </p:nvSpPr>
        <p:spPr>
          <a:xfrm>
            <a:off x="180000" y="6840000"/>
            <a:ext cx="527400" cy="5274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0" y="180000"/>
            <a:ext cx="9707400" cy="124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CustomShape 2"/>
          <p:cNvSpPr/>
          <p:nvPr/>
        </p:nvSpPr>
        <p:spPr>
          <a:xfrm>
            <a:off x="7560000" y="6840000"/>
            <a:ext cx="2507400" cy="5274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CustomShape 3"/>
          <p:cNvSpPr/>
          <p:nvPr/>
        </p:nvSpPr>
        <p:spPr>
          <a:xfrm>
            <a:off x="900000" y="6840000"/>
            <a:ext cx="6467400" cy="5274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CustomShape 4"/>
          <p:cNvSpPr/>
          <p:nvPr/>
        </p:nvSpPr>
        <p:spPr>
          <a:xfrm>
            <a:off x="180000" y="6840000"/>
            <a:ext cx="527400" cy="5274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gustavo.hochuli@pucpr.br" TargetMode="External"/><Relationship Id="rId2" Type="http://schemas.openxmlformats.org/officeDocument/2006/relationships/hyperlink" Target="mailto:aghochuli@ppgia.pucpr.br" TargetMode="External"/><Relationship Id="rId3" Type="http://schemas.openxmlformats.org/officeDocument/2006/relationships/hyperlink" Target="https://github.com/andrehochuli/teaching" TargetMode="External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7.xml"/><Relationship Id="rId7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17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github.com/andrehochuli/teaching/blob/main/AprendizadoMaquina/T&#243;pico%2003%20-%20Aprendizado%20N&#227;o%20Supervisionado%20/T&#243;pico%2003%20-%20Aprendizado%20-%20N&#227;o%20Supervisionado.ipynb" TargetMode="External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360000" y="3330000"/>
            <a:ext cx="93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Aprendizado Não-Supervisionado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Agrupamentos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CustomShape 2"/>
          <p:cNvSpPr/>
          <p:nvPr/>
        </p:nvSpPr>
        <p:spPr>
          <a:xfrm>
            <a:off x="540000" y="4680000"/>
            <a:ext cx="9167400" cy="25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Prof. André Gustavo Hochuli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gustavo.hochuli@pucpr.br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2"/>
              </a:rPr>
              <a:t>aghochuli@ppgia.pucpr.br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3"/>
              </a:rPr>
              <a:t>github.com/andrehochuli/teaching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360000" y="360000"/>
            <a:ext cx="93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Plano de Aula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CustomShape 4"/>
          <p:cNvSpPr/>
          <p:nvPr/>
        </p:nvSpPr>
        <p:spPr>
          <a:xfrm>
            <a:off x="360000" y="1980000"/>
            <a:ext cx="9167400" cy="46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Discussões Iniciais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Supervisionado vs Não Supevisionado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Agrupamentos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K-Means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Métricas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Exercícios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CustomShape 2"/>
          <p:cNvSpPr/>
          <p:nvPr/>
        </p:nvSpPr>
        <p:spPr>
          <a:xfrm>
            <a:off x="897120" y="6886080"/>
            <a:ext cx="64346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CustomShape 3"/>
          <p:cNvSpPr/>
          <p:nvPr/>
        </p:nvSpPr>
        <p:spPr>
          <a:xfrm>
            <a:off x="7608600" y="6886080"/>
            <a:ext cx="22726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Agrupamentos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6"/>
          <p:cNvSpPr/>
          <p:nvPr/>
        </p:nvSpPr>
        <p:spPr>
          <a:xfrm>
            <a:off x="360000" y="360000"/>
            <a:ext cx="93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Discussões Iniciais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CustomShape 7"/>
          <p:cNvSpPr/>
          <p:nvPr/>
        </p:nvSpPr>
        <p:spPr>
          <a:xfrm>
            <a:off x="360000" y="1980000"/>
            <a:ext cx="9167400" cy="46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CustomShape 12"/>
          <p:cNvSpPr/>
          <p:nvPr/>
        </p:nvSpPr>
        <p:spPr>
          <a:xfrm>
            <a:off x="897120" y="6886080"/>
            <a:ext cx="64346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CustomShape 13"/>
          <p:cNvSpPr/>
          <p:nvPr/>
        </p:nvSpPr>
        <p:spPr>
          <a:xfrm>
            <a:off x="7608600" y="6886080"/>
            <a:ext cx="22726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Agrupamentos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342360" y="1529280"/>
            <a:ext cx="9373680" cy="53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Supervisionado vs Não Supervisionado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" descr=""/>
          <p:cNvPicPr/>
          <p:nvPr/>
        </p:nvPicPr>
        <p:blipFill>
          <a:blip r:embed="rId1"/>
          <a:srcRect l="2332" t="31593" r="1417" b="4132"/>
          <a:stretch/>
        </p:blipFill>
        <p:spPr>
          <a:xfrm>
            <a:off x="1800000" y="2376000"/>
            <a:ext cx="6370920" cy="2122200"/>
          </a:xfrm>
          <a:prstGeom prst="rect">
            <a:avLst/>
          </a:prstGeom>
          <a:ln w="0">
            <a:noFill/>
          </a:ln>
        </p:spPr>
      </p:pic>
      <p:pic>
        <p:nvPicPr>
          <p:cNvPr id="206" name="" descr=""/>
          <p:cNvPicPr/>
          <p:nvPr/>
        </p:nvPicPr>
        <p:blipFill>
          <a:blip r:embed="rId2"/>
          <a:stretch/>
        </p:blipFill>
        <p:spPr>
          <a:xfrm>
            <a:off x="2520000" y="4572000"/>
            <a:ext cx="2095560" cy="2136240"/>
          </a:xfrm>
          <a:prstGeom prst="rect">
            <a:avLst/>
          </a:prstGeom>
          <a:ln w="0">
            <a:noFill/>
          </a:ln>
        </p:spPr>
      </p:pic>
      <p:pic>
        <p:nvPicPr>
          <p:cNvPr id="207" name="" descr=""/>
          <p:cNvPicPr/>
          <p:nvPr/>
        </p:nvPicPr>
        <p:blipFill>
          <a:blip r:embed="rId3"/>
          <a:stretch/>
        </p:blipFill>
        <p:spPr>
          <a:xfrm>
            <a:off x="5940000" y="4653360"/>
            <a:ext cx="2129760" cy="222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5"/>
          <p:cNvSpPr/>
          <p:nvPr/>
        </p:nvSpPr>
        <p:spPr>
          <a:xfrm>
            <a:off x="360000" y="360000"/>
            <a:ext cx="93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Aprendizado Não Supervisado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CustomShape 8"/>
          <p:cNvSpPr/>
          <p:nvPr/>
        </p:nvSpPr>
        <p:spPr>
          <a:xfrm>
            <a:off x="360000" y="1980000"/>
            <a:ext cx="9167400" cy="46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CustomShape 9"/>
          <p:cNvSpPr/>
          <p:nvPr/>
        </p:nvSpPr>
        <p:spPr>
          <a:xfrm>
            <a:off x="897120" y="6886080"/>
            <a:ext cx="64346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CustomShape 10"/>
          <p:cNvSpPr/>
          <p:nvPr/>
        </p:nvSpPr>
        <p:spPr>
          <a:xfrm>
            <a:off x="7608600" y="6886080"/>
            <a:ext cx="22726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Agrupamentos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342360" y="1529280"/>
            <a:ext cx="9373680" cy="53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Rotular dados é custoso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Agrupamento (Clustering):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Encontrar relacionamentos intrínseco dos atributos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Métrica de agrupamento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Avaliar os grupos (clusters)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" descr=""/>
          <p:cNvPicPr/>
          <p:nvPr/>
        </p:nvPicPr>
        <p:blipFill>
          <a:blip r:embed="rId1"/>
          <a:stretch/>
        </p:blipFill>
        <p:spPr>
          <a:xfrm>
            <a:off x="2592000" y="4199400"/>
            <a:ext cx="5554080" cy="227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ustomShape 20"/>
          <p:cNvSpPr/>
          <p:nvPr/>
        </p:nvSpPr>
        <p:spPr>
          <a:xfrm>
            <a:off x="360000" y="360000"/>
            <a:ext cx="93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Clustering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CustomShape 21"/>
          <p:cNvSpPr/>
          <p:nvPr/>
        </p:nvSpPr>
        <p:spPr>
          <a:xfrm>
            <a:off x="360000" y="1980000"/>
            <a:ext cx="9167400" cy="46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CustomShape 22"/>
          <p:cNvSpPr/>
          <p:nvPr/>
        </p:nvSpPr>
        <p:spPr>
          <a:xfrm>
            <a:off x="897120" y="6886080"/>
            <a:ext cx="64346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CustomShape 23"/>
          <p:cNvSpPr/>
          <p:nvPr/>
        </p:nvSpPr>
        <p:spPr>
          <a:xfrm>
            <a:off x="7608600" y="6886080"/>
            <a:ext cx="22726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Agrupamentos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342360" y="1529280"/>
            <a:ext cx="9373680" cy="53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Exemplos: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Segmentação de consumidores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Classificação de Anomalias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Defeitos, Doenças, Fraudes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Classificação de espécies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Organização de Documentos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Mineração de dados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Redução de Dimensionalidade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Casos reais: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Determinação de Recall baseado em histórico de reparos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Características de produtos não vendidos (i.e 220v em cidades 110v)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9" name="" descr=""/>
          <p:cNvPicPr/>
          <p:nvPr/>
        </p:nvPicPr>
        <p:blipFill>
          <a:blip r:embed="rId1"/>
          <a:stretch/>
        </p:blipFill>
        <p:spPr>
          <a:xfrm>
            <a:off x="4320360" y="1724760"/>
            <a:ext cx="5038200" cy="1386000"/>
          </a:xfrm>
          <a:prstGeom prst="rect">
            <a:avLst/>
          </a:prstGeom>
          <a:ln w="0">
            <a:noFill/>
          </a:ln>
        </p:spPr>
      </p:pic>
      <p:pic>
        <p:nvPicPr>
          <p:cNvPr id="220" name="" descr=""/>
          <p:cNvPicPr/>
          <p:nvPr/>
        </p:nvPicPr>
        <p:blipFill>
          <a:blip r:embed="rId2"/>
          <a:stretch/>
        </p:blipFill>
        <p:spPr>
          <a:xfrm>
            <a:off x="4648320" y="3906000"/>
            <a:ext cx="4170240" cy="131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CustomShape 25"/>
          <p:cNvSpPr/>
          <p:nvPr/>
        </p:nvSpPr>
        <p:spPr>
          <a:xfrm>
            <a:off x="360000" y="360000"/>
            <a:ext cx="93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Clustering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CustomShape 26"/>
          <p:cNvSpPr/>
          <p:nvPr/>
        </p:nvSpPr>
        <p:spPr>
          <a:xfrm>
            <a:off x="360000" y="1980000"/>
            <a:ext cx="9167400" cy="46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CustomShape 27"/>
          <p:cNvSpPr/>
          <p:nvPr/>
        </p:nvSpPr>
        <p:spPr>
          <a:xfrm>
            <a:off x="897120" y="6886080"/>
            <a:ext cx="64346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CustomShape 28"/>
          <p:cNvSpPr/>
          <p:nvPr/>
        </p:nvSpPr>
        <p:spPr>
          <a:xfrm>
            <a:off x="7608600" y="6886080"/>
            <a:ext cx="22726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Agrupamentos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342360" y="1529280"/>
            <a:ext cx="9373680" cy="53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Workflow: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1"/>
          <a:stretch/>
        </p:blipFill>
        <p:spPr>
          <a:xfrm>
            <a:off x="1440000" y="2536200"/>
            <a:ext cx="6834240" cy="232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ustomShape 30"/>
          <p:cNvSpPr/>
          <p:nvPr/>
        </p:nvSpPr>
        <p:spPr>
          <a:xfrm>
            <a:off x="360000" y="360000"/>
            <a:ext cx="93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K-Means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CustomShape 31"/>
          <p:cNvSpPr/>
          <p:nvPr/>
        </p:nvSpPr>
        <p:spPr>
          <a:xfrm>
            <a:off x="360000" y="1980000"/>
            <a:ext cx="9167400" cy="46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CustomShape 32"/>
          <p:cNvSpPr/>
          <p:nvPr/>
        </p:nvSpPr>
        <p:spPr>
          <a:xfrm>
            <a:off x="897120" y="6886080"/>
            <a:ext cx="64346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CustomShape 33"/>
          <p:cNvSpPr/>
          <p:nvPr/>
        </p:nvSpPr>
        <p:spPr>
          <a:xfrm>
            <a:off x="7608600" y="6886080"/>
            <a:ext cx="22726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Agrupamentos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342360" y="1529280"/>
            <a:ext cx="9373680" cy="53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Define grupos aproximando dados próximos aos ‘centroides’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Cada iteração ajusta os centroides e os dados percentes a cada grupo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Ao fim, o centroides representam o ponto médio de cada cluster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2" name="" descr=""/>
          <p:cNvPicPr/>
          <p:nvPr/>
        </p:nvPicPr>
        <p:blipFill>
          <a:blip r:embed="rId1"/>
          <a:stretch/>
        </p:blipFill>
        <p:spPr>
          <a:xfrm>
            <a:off x="681120" y="3203640"/>
            <a:ext cx="8726760" cy="3220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ustomShape 80"/>
          <p:cNvSpPr/>
          <p:nvPr/>
        </p:nvSpPr>
        <p:spPr>
          <a:xfrm>
            <a:off x="360000" y="360000"/>
            <a:ext cx="93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K-Means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CustomShape 81"/>
          <p:cNvSpPr/>
          <p:nvPr/>
        </p:nvSpPr>
        <p:spPr>
          <a:xfrm>
            <a:off x="360000" y="1980000"/>
            <a:ext cx="9167400" cy="46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CustomShape 82"/>
          <p:cNvSpPr/>
          <p:nvPr/>
        </p:nvSpPr>
        <p:spPr>
          <a:xfrm>
            <a:off x="897120" y="6886080"/>
            <a:ext cx="64346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CustomShape 83"/>
          <p:cNvSpPr/>
          <p:nvPr/>
        </p:nvSpPr>
        <p:spPr>
          <a:xfrm>
            <a:off x="7608600" y="6886080"/>
            <a:ext cx="22726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Agrupamentos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342360" y="1529280"/>
            <a:ext cx="9373680" cy="53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Algoritmo: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8" name="" descr=""/>
          <p:cNvPicPr/>
          <p:nvPr/>
        </p:nvPicPr>
        <p:blipFill>
          <a:blip r:embed="rId1"/>
          <a:stretch/>
        </p:blipFill>
        <p:spPr>
          <a:xfrm>
            <a:off x="648000" y="2281680"/>
            <a:ext cx="3238200" cy="4365720"/>
          </a:xfrm>
          <a:prstGeom prst="rect">
            <a:avLst/>
          </a:prstGeom>
          <a:ln w="0">
            <a:noFill/>
          </a:ln>
        </p:spPr>
      </p:pic>
      <p:pic>
        <p:nvPicPr>
          <p:cNvPr id="239" name="" descr=""/>
          <p:cNvPicPr/>
          <p:nvPr/>
        </p:nvPicPr>
        <p:blipFill>
          <a:blip r:embed="rId2"/>
          <a:stretch/>
        </p:blipFill>
        <p:spPr>
          <a:xfrm>
            <a:off x="4325400" y="2610000"/>
            <a:ext cx="5046480" cy="340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CustomShape 15"/>
          <p:cNvSpPr/>
          <p:nvPr/>
        </p:nvSpPr>
        <p:spPr>
          <a:xfrm>
            <a:off x="360000" y="360000"/>
            <a:ext cx="93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K-Means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CustomShape 16"/>
          <p:cNvSpPr/>
          <p:nvPr/>
        </p:nvSpPr>
        <p:spPr>
          <a:xfrm>
            <a:off x="360000" y="1980000"/>
            <a:ext cx="9167400" cy="46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CustomShape 17"/>
          <p:cNvSpPr/>
          <p:nvPr/>
        </p:nvSpPr>
        <p:spPr>
          <a:xfrm>
            <a:off x="897120" y="6886080"/>
            <a:ext cx="64346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CustomShape 18"/>
          <p:cNvSpPr/>
          <p:nvPr/>
        </p:nvSpPr>
        <p:spPr>
          <a:xfrm>
            <a:off x="7608600" y="6886080"/>
            <a:ext cx="22726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Agrupamentos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342360" y="1529280"/>
            <a:ext cx="9373680" cy="53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Algoritmo: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5" name="" descr=""/>
          <p:cNvPicPr/>
          <p:nvPr/>
        </p:nvPicPr>
        <p:blipFill>
          <a:blip r:embed="rId1"/>
          <a:stretch/>
        </p:blipFill>
        <p:spPr>
          <a:xfrm>
            <a:off x="648000" y="2281680"/>
            <a:ext cx="3238200" cy="4365720"/>
          </a:xfrm>
          <a:prstGeom prst="rect">
            <a:avLst/>
          </a:prstGeom>
          <a:ln w="0">
            <a:noFill/>
          </a:ln>
        </p:spPr>
      </p:pic>
      <p:pic>
        <p:nvPicPr>
          <p:cNvPr id="246" name="" descr=""/>
          <p:cNvPicPr/>
          <p:nvPr/>
        </p:nvPicPr>
        <p:blipFill>
          <a:blip r:embed="rId2"/>
          <a:stretch/>
        </p:blipFill>
        <p:spPr>
          <a:xfrm>
            <a:off x="3524760" y="2245680"/>
            <a:ext cx="6265800" cy="664920"/>
          </a:xfrm>
          <a:prstGeom prst="rect">
            <a:avLst/>
          </a:prstGeom>
          <a:ln w="0">
            <a:noFill/>
          </a:ln>
        </p:spPr>
      </p:pic>
      <p:pic>
        <p:nvPicPr>
          <p:cNvPr id="247" name="" descr=""/>
          <p:cNvPicPr/>
          <p:nvPr/>
        </p:nvPicPr>
        <p:blipFill>
          <a:blip r:embed="rId3"/>
          <a:stretch/>
        </p:blipFill>
        <p:spPr>
          <a:xfrm>
            <a:off x="3816000" y="2919960"/>
            <a:ext cx="6118560" cy="1002600"/>
          </a:xfrm>
          <a:prstGeom prst="rect">
            <a:avLst/>
          </a:prstGeom>
          <a:ln w="0">
            <a:noFill/>
          </a:ln>
        </p:spPr>
      </p:pic>
      <p:pic>
        <p:nvPicPr>
          <p:cNvPr id="248" name="" descr=""/>
          <p:cNvPicPr/>
          <p:nvPr/>
        </p:nvPicPr>
        <p:blipFill>
          <a:blip r:embed="rId4"/>
          <a:srcRect l="2280" t="0" r="0" b="0"/>
          <a:stretch/>
        </p:blipFill>
        <p:spPr>
          <a:xfrm>
            <a:off x="3815640" y="3924000"/>
            <a:ext cx="4595760" cy="826920"/>
          </a:xfrm>
          <a:prstGeom prst="rect">
            <a:avLst/>
          </a:prstGeom>
          <a:ln w="0">
            <a:noFill/>
          </a:ln>
        </p:spPr>
      </p:pic>
      <p:pic>
        <p:nvPicPr>
          <p:cNvPr id="249" name="" descr=""/>
          <p:cNvPicPr/>
          <p:nvPr/>
        </p:nvPicPr>
        <p:blipFill>
          <a:blip r:embed="rId5"/>
          <a:stretch/>
        </p:blipFill>
        <p:spPr>
          <a:xfrm>
            <a:off x="3780000" y="5040000"/>
            <a:ext cx="5694120" cy="66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ustomShape 35"/>
          <p:cNvSpPr/>
          <p:nvPr/>
        </p:nvSpPr>
        <p:spPr>
          <a:xfrm>
            <a:off x="360000" y="360000"/>
            <a:ext cx="93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K-Means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CustomShape 36"/>
          <p:cNvSpPr/>
          <p:nvPr/>
        </p:nvSpPr>
        <p:spPr>
          <a:xfrm>
            <a:off x="360000" y="1980000"/>
            <a:ext cx="9167400" cy="46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CustomShape 37"/>
          <p:cNvSpPr/>
          <p:nvPr/>
        </p:nvSpPr>
        <p:spPr>
          <a:xfrm>
            <a:off x="897120" y="6886080"/>
            <a:ext cx="64346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CustomShape 38"/>
          <p:cNvSpPr/>
          <p:nvPr/>
        </p:nvSpPr>
        <p:spPr>
          <a:xfrm>
            <a:off x="7608600" y="6886080"/>
            <a:ext cx="22726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Agrupamentos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342360" y="1529280"/>
            <a:ext cx="9373680" cy="53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 como avaliar os clusteres ? Como determinar K?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5" name="" descr=""/>
          <p:cNvPicPr/>
          <p:nvPr/>
        </p:nvPicPr>
        <p:blipFill>
          <a:blip r:embed="rId1"/>
          <a:srcRect l="0" t="0" r="0" b="29251"/>
          <a:stretch/>
        </p:blipFill>
        <p:spPr>
          <a:xfrm>
            <a:off x="540000" y="2452320"/>
            <a:ext cx="8656560" cy="397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40"/>
          <p:cNvSpPr/>
          <p:nvPr/>
        </p:nvSpPr>
        <p:spPr>
          <a:xfrm>
            <a:off x="360000" y="360000"/>
            <a:ext cx="93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K-Means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CustomShape 41"/>
          <p:cNvSpPr/>
          <p:nvPr/>
        </p:nvSpPr>
        <p:spPr>
          <a:xfrm>
            <a:off x="360000" y="1980000"/>
            <a:ext cx="9167400" cy="46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CustomShape 42"/>
          <p:cNvSpPr/>
          <p:nvPr/>
        </p:nvSpPr>
        <p:spPr>
          <a:xfrm>
            <a:off x="897120" y="6886080"/>
            <a:ext cx="64346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CustomShape 43"/>
          <p:cNvSpPr/>
          <p:nvPr/>
        </p:nvSpPr>
        <p:spPr>
          <a:xfrm>
            <a:off x="7608600" y="6886080"/>
            <a:ext cx="22726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Agrupamentos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342360" y="1529280"/>
            <a:ext cx="9373680" cy="53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Inertia (Soma dos erros quadrados)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Elbow Method (Inertia global)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1" name="" descr=""/>
          <p:cNvPicPr/>
          <p:nvPr/>
        </p:nvPicPr>
        <p:blipFill>
          <a:blip r:embed="rId1"/>
          <a:stretch/>
        </p:blipFill>
        <p:spPr>
          <a:xfrm>
            <a:off x="5761440" y="1800000"/>
            <a:ext cx="3795840" cy="2698560"/>
          </a:xfrm>
          <a:prstGeom prst="rect">
            <a:avLst/>
          </a:prstGeom>
          <a:ln w="0">
            <a:noFill/>
          </a:ln>
        </p:spPr>
      </p:pic>
      <p:pic>
        <p:nvPicPr>
          <p:cNvPr id="262" name="" descr=""/>
          <p:cNvPicPr/>
          <p:nvPr/>
        </p:nvPicPr>
        <p:blipFill>
          <a:blip r:embed="rId2"/>
          <a:stretch/>
        </p:blipFill>
        <p:spPr>
          <a:xfrm>
            <a:off x="2628000" y="3810960"/>
            <a:ext cx="1754280" cy="867600"/>
          </a:xfrm>
          <a:prstGeom prst="rect">
            <a:avLst/>
          </a:prstGeom>
          <a:ln w="0">
            <a:noFill/>
          </a:ln>
        </p:spPr>
      </p:pic>
      <p:pic>
        <p:nvPicPr>
          <p:cNvPr id="263" name="" descr=""/>
          <p:cNvPicPr/>
          <p:nvPr/>
        </p:nvPicPr>
        <p:blipFill>
          <a:blip r:embed="rId3"/>
          <a:stretch/>
        </p:blipFill>
        <p:spPr>
          <a:xfrm>
            <a:off x="2426400" y="3852000"/>
            <a:ext cx="324360" cy="785880"/>
          </a:xfrm>
          <a:prstGeom prst="rect">
            <a:avLst/>
          </a:prstGeom>
          <a:ln w="0">
            <a:noFill/>
          </a:ln>
        </p:spPr>
      </p:pic>
      <p:pic>
        <p:nvPicPr>
          <p:cNvPr id="264" name="" descr=""/>
          <p:cNvPicPr/>
          <p:nvPr/>
        </p:nvPicPr>
        <p:blipFill>
          <a:blip r:embed="rId4"/>
          <a:stretch/>
        </p:blipFill>
        <p:spPr>
          <a:xfrm>
            <a:off x="1620000" y="2370960"/>
            <a:ext cx="1754280" cy="867600"/>
          </a:xfrm>
          <a:prstGeom prst="rect">
            <a:avLst/>
          </a:prstGeom>
          <a:ln w="0">
            <a:noFill/>
          </a:ln>
        </p:spPr>
      </p:pic>
      <p:pic>
        <p:nvPicPr>
          <p:cNvPr id="265" name="" descr=""/>
          <p:cNvPicPr/>
          <p:nvPr/>
        </p:nvPicPr>
        <p:blipFill>
          <a:blip r:embed="rId5"/>
          <a:srcRect l="4321" t="14940" r="15570" b="6041"/>
          <a:stretch/>
        </p:blipFill>
        <p:spPr>
          <a:xfrm>
            <a:off x="1260000" y="4500000"/>
            <a:ext cx="3670920" cy="2338200"/>
          </a:xfrm>
          <a:prstGeom prst="rect">
            <a:avLst/>
          </a:prstGeom>
          <a:ln w="0">
            <a:noFill/>
          </a:ln>
        </p:spPr>
      </p:pic>
      <p:sp>
        <p:nvSpPr>
          <p:cNvPr id="266" name=""/>
          <p:cNvSpPr/>
          <p:nvPr/>
        </p:nvSpPr>
        <p:spPr>
          <a:xfrm>
            <a:off x="2844000" y="5724000"/>
            <a:ext cx="178560" cy="358560"/>
          </a:xfrm>
          <a:custGeom>
            <a:avLst/>
            <a:gdLst>
              <a:gd name="textAreaLeft" fmla="*/ 0 w 178560"/>
              <a:gd name="textAreaRight" fmla="*/ 178920 w 178560"/>
              <a:gd name="textAreaTop" fmla="*/ 0 h 358560"/>
              <a:gd name="textAreaBottom" fmla="*/ 358920 h 358560"/>
            </a:gdLst>
            <a:ahLst/>
            <a:rect l="textAreaLeft" t="textAreaTop" r="textAreaRight" b="textAreaBottom"/>
            <a:pathLst>
              <a:path w="21600" h="21600">
                <a:moveTo>
                  <a:pt x="5400" y="0"/>
                </a:moveTo>
                <a:lnTo>
                  <a:pt x="5400" y="16200"/>
                </a:lnTo>
                <a:lnTo>
                  <a:pt x="0" y="16200"/>
                </a:lnTo>
                <a:lnTo>
                  <a:pt x="10800" y="21600"/>
                </a:lnTo>
                <a:lnTo>
                  <a:pt x="21600" y="16200"/>
                </a:lnTo>
                <a:lnTo>
                  <a:pt x="16200" y="16200"/>
                </a:lnTo>
                <a:lnTo>
                  <a:pt x="1620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CustomShape 45"/>
          <p:cNvSpPr/>
          <p:nvPr/>
        </p:nvSpPr>
        <p:spPr>
          <a:xfrm>
            <a:off x="360000" y="360000"/>
            <a:ext cx="93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K-Means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CustomShape 46"/>
          <p:cNvSpPr/>
          <p:nvPr/>
        </p:nvSpPr>
        <p:spPr>
          <a:xfrm>
            <a:off x="360000" y="1980000"/>
            <a:ext cx="9167400" cy="46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CustomShape 47"/>
          <p:cNvSpPr/>
          <p:nvPr/>
        </p:nvSpPr>
        <p:spPr>
          <a:xfrm>
            <a:off x="897120" y="6886080"/>
            <a:ext cx="64346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CustomShape 48"/>
          <p:cNvSpPr/>
          <p:nvPr/>
        </p:nvSpPr>
        <p:spPr>
          <a:xfrm>
            <a:off x="7608600" y="6886080"/>
            <a:ext cx="22726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Agrupamentos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342360" y="1529280"/>
            <a:ext cx="9373680" cy="53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Silhueta (Silhouette)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Medida por instâncias [-1,1]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Coesão (a)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Separação (b)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[-1,+1]: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-1: Não coerente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+1: Coerente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2" name="" descr=""/>
          <p:cNvPicPr/>
          <p:nvPr/>
        </p:nvPicPr>
        <p:blipFill>
          <a:blip r:embed="rId1"/>
          <a:stretch/>
        </p:blipFill>
        <p:spPr>
          <a:xfrm>
            <a:off x="4860720" y="1980000"/>
            <a:ext cx="4137840" cy="4137840"/>
          </a:xfrm>
          <a:prstGeom prst="rect">
            <a:avLst/>
          </a:prstGeom>
          <a:ln w="0">
            <a:noFill/>
          </a:ln>
        </p:spPr>
      </p:pic>
      <p:pic>
        <p:nvPicPr>
          <p:cNvPr id="273" name="" descr=""/>
          <p:cNvPicPr/>
          <p:nvPr/>
        </p:nvPicPr>
        <p:blipFill>
          <a:blip r:embed="rId2"/>
          <a:stretch/>
        </p:blipFill>
        <p:spPr>
          <a:xfrm>
            <a:off x="900000" y="3511800"/>
            <a:ext cx="1674720" cy="62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50"/>
          <p:cNvSpPr/>
          <p:nvPr/>
        </p:nvSpPr>
        <p:spPr>
          <a:xfrm>
            <a:off x="360000" y="360000"/>
            <a:ext cx="93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K-Means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CustomShape 51"/>
          <p:cNvSpPr/>
          <p:nvPr/>
        </p:nvSpPr>
        <p:spPr>
          <a:xfrm>
            <a:off x="360000" y="1980000"/>
            <a:ext cx="9167400" cy="46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CustomShape 52"/>
          <p:cNvSpPr/>
          <p:nvPr/>
        </p:nvSpPr>
        <p:spPr>
          <a:xfrm>
            <a:off x="897120" y="6886080"/>
            <a:ext cx="64346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CustomShape 53"/>
          <p:cNvSpPr/>
          <p:nvPr/>
        </p:nvSpPr>
        <p:spPr>
          <a:xfrm>
            <a:off x="7608600" y="6886080"/>
            <a:ext cx="22726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Agrupamentos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342360" y="1529280"/>
            <a:ext cx="9373680" cy="53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Silhueta (Silhouete)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9" name="" descr=""/>
          <p:cNvPicPr/>
          <p:nvPr/>
        </p:nvPicPr>
        <p:blipFill>
          <a:blip r:embed="rId1"/>
          <a:stretch/>
        </p:blipFill>
        <p:spPr>
          <a:xfrm>
            <a:off x="2340000" y="2340000"/>
            <a:ext cx="5173920" cy="4138560"/>
          </a:xfrm>
          <a:prstGeom prst="rect">
            <a:avLst/>
          </a:prstGeom>
          <a:ln w="0">
            <a:noFill/>
          </a:ln>
        </p:spPr>
      </p:pic>
      <p:pic>
        <p:nvPicPr>
          <p:cNvPr id="280" name="" descr=""/>
          <p:cNvPicPr/>
          <p:nvPr/>
        </p:nvPicPr>
        <p:blipFill>
          <a:blip r:embed="rId2"/>
          <a:stretch/>
        </p:blipFill>
        <p:spPr>
          <a:xfrm>
            <a:off x="3847320" y="5040000"/>
            <a:ext cx="651240" cy="293400"/>
          </a:xfrm>
          <a:prstGeom prst="rect">
            <a:avLst/>
          </a:prstGeom>
          <a:ln w="0">
            <a:noFill/>
          </a:ln>
        </p:spPr>
      </p:pic>
      <p:pic>
        <p:nvPicPr>
          <p:cNvPr id="281" name="" descr=""/>
          <p:cNvPicPr/>
          <p:nvPr/>
        </p:nvPicPr>
        <p:blipFill>
          <a:blip r:embed="rId3"/>
          <a:stretch/>
        </p:blipFill>
        <p:spPr>
          <a:xfrm>
            <a:off x="5675760" y="4990680"/>
            <a:ext cx="550800" cy="407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CustomShape 55"/>
          <p:cNvSpPr/>
          <p:nvPr/>
        </p:nvSpPr>
        <p:spPr>
          <a:xfrm>
            <a:off x="360000" y="360000"/>
            <a:ext cx="93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K-Means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CustomShape 56"/>
          <p:cNvSpPr/>
          <p:nvPr/>
        </p:nvSpPr>
        <p:spPr>
          <a:xfrm>
            <a:off x="360000" y="1980000"/>
            <a:ext cx="9167400" cy="46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CustomShape 57"/>
          <p:cNvSpPr/>
          <p:nvPr/>
        </p:nvSpPr>
        <p:spPr>
          <a:xfrm>
            <a:off x="897120" y="6886080"/>
            <a:ext cx="64346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CustomShape 58"/>
          <p:cNvSpPr/>
          <p:nvPr/>
        </p:nvSpPr>
        <p:spPr>
          <a:xfrm>
            <a:off x="7608600" y="6886080"/>
            <a:ext cx="22726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Agrupamentos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342360" y="1529280"/>
            <a:ext cx="9373680" cy="53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Silhueta (Silhouete)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7" name="" descr=""/>
          <p:cNvPicPr/>
          <p:nvPr/>
        </p:nvPicPr>
        <p:blipFill>
          <a:blip r:embed="rId1"/>
          <a:stretch/>
        </p:blipFill>
        <p:spPr>
          <a:xfrm>
            <a:off x="3847320" y="5040000"/>
            <a:ext cx="651240" cy="293400"/>
          </a:xfrm>
          <a:prstGeom prst="rect">
            <a:avLst/>
          </a:prstGeom>
          <a:ln w="0">
            <a:noFill/>
          </a:ln>
        </p:spPr>
      </p:pic>
      <p:pic>
        <p:nvPicPr>
          <p:cNvPr id="288" name="" descr=""/>
          <p:cNvPicPr/>
          <p:nvPr/>
        </p:nvPicPr>
        <p:blipFill>
          <a:blip r:embed="rId2"/>
          <a:stretch/>
        </p:blipFill>
        <p:spPr>
          <a:xfrm>
            <a:off x="5567760" y="4990680"/>
            <a:ext cx="550800" cy="407880"/>
          </a:xfrm>
          <a:prstGeom prst="rect">
            <a:avLst/>
          </a:prstGeom>
          <a:ln w="0">
            <a:noFill/>
          </a:ln>
        </p:spPr>
      </p:pic>
      <p:pic>
        <p:nvPicPr>
          <p:cNvPr id="289" name="" descr=""/>
          <p:cNvPicPr/>
          <p:nvPr/>
        </p:nvPicPr>
        <p:blipFill>
          <a:blip r:embed="rId3"/>
          <a:srcRect l="10318" t="6776" r="9325" b="2354"/>
          <a:stretch/>
        </p:blipFill>
        <p:spPr>
          <a:xfrm>
            <a:off x="929160" y="2281320"/>
            <a:ext cx="7889040" cy="455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" descr=""/>
          <p:cNvPicPr/>
          <p:nvPr/>
        </p:nvPicPr>
        <p:blipFill>
          <a:blip r:embed="rId1"/>
          <a:stretch/>
        </p:blipFill>
        <p:spPr>
          <a:xfrm>
            <a:off x="360" y="1833840"/>
            <a:ext cx="10078920" cy="5148720"/>
          </a:xfrm>
          <a:prstGeom prst="rect">
            <a:avLst/>
          </a:prstGeom>
          <a:ln w="0">
            <a:noFill/>
          </a:ln>
        </p:spPr>
      </p:pic>
      <p:sp>
        <p:nvSpPr>
          <p:cNvPr id="291" name="CustomShape 60"/>
          <p:cNvSpPr/>
          <p:nvPr/>
        </p:nvSpPr>
        <p:spPr>
          <a:xfrm>
            <a:off x="360000" y="360000"/>
            <a:ext cx="93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K-Means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CustomShape 61"/>
          <p:cNvSpPr/>
          <p:nvPr/>
        </p:nvSpPr>
        <p:spPr>
          <a:xfrm>
            <a:off x="360000" y="1980000"/>
            <a:ext cx="9167400" cy="46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CustomShape 62"/>
          <p:cNvSpPr/>
          <p:nvPr/>
        </p:nvSpPr>
        <p:spPr>
          <a:xfrm>
            <a:off x="897120" y="6886080"/>
            <a:ext cx="64346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CustomShape 63"/>
          <p:cNvSpPr/>
          <p:nvPr/>
        </p:nvSpPr>
        <p:spPr>
          <a:xfrm>
            <a:off x="7608600" y="6886080"/>
            <a:ext cx="22726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Agrupamentos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342360" y="1529280"/>
            <a:ext cx="9373680" cy="53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Silhueta (Silhouete)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" descr=""/>
          <p:cNvPicPr/>
          <p:nvPr/>
        </p:nvPicPr>
        <p:blipFill>
          <a:blip r:embed="rId1"/>
          <a:stretch/>
        </p:blipFill>
        <p:spPr>
          <a:xfrm>
            <a:off x="39600" y="1797840"/>
            <a:ext cx="10078920" cy="5148720"/>
          </a:xfrm>
          <a:prstGeom prst="rect">
            <a:avLst/>
          </a:prstGeom>
          <a:ln w="0">
            <a:noFill/>
          </a:ln>
        </p:spPr>
      </p:pic>
      <p:sp>
        <p:nvSpPr>
          <p:cNvPr id="297" name="CustomShape 65"/>
          <p:cNvSpPr/>
          <p:nvPr/>
        </p:nvSpPr>
        <p:spPr>
          <a:xfrm>
            <a:off x="360000" y="360000"/>
            <a:ext cx="93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K-Means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CustomShape 66"/>
          <p:cNvSpPr/>
          <p:nvPr/>
        </p:nvSpPr>
        <p:spPr>
          <a:xfrm>
            <a:off x="360000" y="1980000"/>
            <a:ext cx="9167400" cy="46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CustomShape 67"/>
          <p:cNvSpPr/>
          <p:nvPr/>
        </p:nvSpPr>
        <p:spPr>
          <a:xfrm>
            <a:off x="897120" y="6886080"/>
            <a:ext cx="64346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CustomShape 68"/>
          <p:cNvSpPr/>
          <p:nvPr/>
        </p:nvSpPr>
        <p:spPr>
          <a:xfrm>
            <a:off x="7608600" y="6886080"/>
            <a:ext cx="22726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Agrupamentos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342360" y="1529280"/>
            <a:ext cx="9373680" cy="53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Silhueta (Silhouete)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ustomShape 75"/>
          <p:cNvSpPr/>
          <p:nvPr/>
        </p:nvSpPr>
        <p:spPr>
          <a:xfrm>
            <a:off x="360000" y="360000"/>
            <a:ext cx="93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K-Means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CustomShape 76"/>
          <p:cNvSpPr/>
          <p:nvPr/>
        </p:nvSpPr>
        <p:spPr>
          <a:xfrm>
            <a:off x="360000" y="1980000"/>
            <a:ext cx="9167400" cy="46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CustomShape 77"/>
          <p:cNvSpPr/>
          <p:nvPr/>
        </p:nvSpPr>
        <p:spPr>
          <a:xfrm>
            <a:off x="897120" y="6886080"/>
            <a:ext cx="64346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CustomShape 78"/>
          <p:cNvSpPr/>
          <p:nvPr/>
        </p:nvSpPr>
        <p:spPr>
          <a:xfrm>
            <a:off x="7608600" y="6886080"/>
            <a:ext cx="22726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Agrupamentos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342360" y="1529280"/>
            <a:ext cx="9373680" cy="53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Lets Code!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Link → </a:t>
            </a:r>
            <a:r>
              <a:rPr b="0" lang="pt-BR" sz="16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Tópico 03 - Aprendizado - Não Supervisionado - Kmeans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Aula 01 - Visão Computacional &amp; Processamento de Imagens</Template>
  <TotalTime>1457</TotalTime>
  <Application>LibreOffice/24.2.7.2$Linux_X86_64 LibreOffice_project/420$Build-2</Application>
  <AppVersion>15.0000</AppVersion>
  <Words>702</Words>
  <Paragraphs>202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2022-09-17T02:35:38Z</dcterms:created>
  <dc:creator>Andre Gustavo Hochuli</dc:creator>
  <dc:description/>
  <dc:language>en-US</dc:language>
  <cp:lastModifiedBy/>
  <dcterms:modified xsi:type="dcterms:W3CDTF">2025-11-07T13:28:27Z</dcterms:modified>
  <cp:revision>75</cp:revision>
  <dc:subject/>
  <dc:title>Apresentação do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KSOProductBuildVer">
    <vt:lpwstr>1033-11.1.0.10161</vt:lpwstr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26</vt:i4>
  </property>
  <property fmtid="{D5CDD505-2E9C-101B-9397-08002B2CF9AE}" pid="8" name="PresentationFormat">
    <vt:lpwstr>Personalizar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26</vt:i4>
  </property>
</Properties>
</file>