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8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11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1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3.png" ContentType="image/png"/>
  <Override PartName="/ppt/media/image4.png" ContentType="image/png"/>
  <Override PartName="/ppt/media/image9.png" ContentType="image/png"/>
  <Override PartName="/ppt/media/image18.png" ContentType="image/png"/>
  <Override PartName="/ppt/media/image20.png" ContentType="image/png"/>
  <Override PartName="/ppt/media/image12.png" ContentType="image/png"/>
  <Override PartName="/ppt/media/image3.png" ContentType="image/png"/>
  <Override PartName="/ppt/media/image8.png" ContentType="image/png"/>
  <Override PartName="/ppt/media/image17.png" ContentType="image/png"/>
  <Override PartName="/ppt/media/image11.png" ContentType="image/png"/>
  <Override PartName="/ppt/media/image2.png" ContentType="image/png"/>
  <Override PartName="/ppt/media/image7.png" ContentType="image/png"/>
  <Override PartName="/ppt/media/image16.png" ContentType="image/png"/>
  <Override PartName="/ppt/media/image10.png" ContentType="image/png"/>
  <Override PartName="/ppt/media/image1.png" ContentType="image/png"/>
  <Override PartName="/ppt/media/image28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15.png" ContentType="image/png"/>
  <Override PartName="/ppt/media/image6.png" ContentType="image/png"/>
  <Override PartName="/ppt/media/image14.png" ContentType="image/png"/>
  <Override PartName="/ppt/media/image5.png" ContentType="image/png"/>
  <Override PartName="/ppt/media/image21.png" ContentType="image/png"/>
  <Override PartName="/ppt/media/image19.png" ContentType="image/png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_rels/notesSlide6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</p:sldMasterIdLst>
  <p:notesMasterIdLst>
    <p:notesMasterId r:id="rId26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34"/>
    <p:sldId id="264" r:id="rId35"/>
    <p:sldId id="265" r:id="rId36"/>
    <p:sldId id="266" r:id="rId37"/>
    <p:sldId id="267" r:id="rId38"/>
    <p:sldId id="268" r:id="rId39"/>
    <p:sldId id="269" r:id="rId40"/>
    <p:sldId id="270" r:id="rId41"/>
    <p:sldId id="271" r:id="rId42"/>
    <p:sldId id="272" r:id="rId43"/>
    <p:sldId id="273" r:id="rId44"/>
    <p:sldId id="274" r:id="rId45"/>
  </p:sldIdLst>
  <p:sldSz cx="10080625" cy="7559675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notesMaster" Target="notesMasters/notesMaster1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slide" Target="slides/slide8.xml"/><Relationship Id="rId35" Type="http://schemas.openxmlformats.org/officeDocument/2006/relationships/slide" Target="slides/slide9.xml"/><Relationship Id="rId36" Type="http://schemas.openxmlformats.org/officeDocument/2006/relationships/slide" Target="slides/slide10.xml"/><Relationship Id="rId37" Type="http://schemas.openxmlformats.org/officeDocument/2006/relationships/slide" Target="slides/slide11.xml"/><Relationship Id="rId38" Type="http://schemas.openxmlformats.org/officeDocument/2006/relationships/slide" Target="slides/slide12.xml"/><Relationship Id="rId39" Type="http://schemas.openxmlformats.org/officeDocument/2006/relationships/slide" Target="slides/slide13.xml"/><Relationship Id="rId40" Type="http://schemas.openxmlformats.org/officeDocument/2006/relationships/slide" Target="slides/slide14.xml"/><Relationship Id="rId41" Type="http://schemas.openxmlformats.org/officeDocument/2006/relationships/slide" Target="slides/slide15.xml"/><Relationship Id="rId42" Type="http://schemas.openxmlformats.org/officeDocument/2006/relationships/slide" Target="slides/slide16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62079895-E6E3-4CD0-AEC1-774035A5CBC3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3760" cy="3593520"/>
          </a:xfrm>
          <a:prstGeom prst="rect">
            <a:avLst/>
          </a:prstGeom>
          <a:ln w="0">
            <a:noFill/>
          </a:ln>
        </p:spPr>
      </p:sp>
      <p:sp>
        <p:nvSpPr>
          <p:cNvPr id="307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3960" cy="4196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CustomShape 3"/>
          <p:cNvSpPr/>
          <p:nvPr/>
        </p:nvSpPr>
        <p:spPr>
          <a:xfrm>
            <a:off x="0" y="10155240"/>
            <a:ext cx="32623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3760" cy="3593520"/>
          </a:xfrm>
          <a:prstGeom prst="rect">
            <a:avLst/>
          </a:prstGeom>
          <a:ln w="0">
            <a:noFill/>
          </a:ln>
        </p:spPr>
      </p:sp>
      <p:sp>
        <p:nvSpPr>
          <p:cNvPr id="310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3960" cy="4196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CustomShape 3"/>
          <p:cNvSpPr/>
          <p:nvPr/>
        </p:nvSpPr>
        <p:spPr>
          <a:xfrm>
            <a:off x="0" y="10155240"/>
            <a:ext cx="32623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3760" cy="3593520"/>
          </a:xfrm>
          <a:prstGeom prst="rect">
            <a:avLst/>
          </a:prstGeom>
          <a:ln w="0">
            <a:noFill/>
          </a:ln>
        </p:spPr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3960" cy="4196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CustomShape 5"/>
          <p:cNvSpPr/>
          <p:nvPr/>
        </p:nvSpPr>
        <p:spPr>
          <a:xfrm>
            <a:off x="0" y="10155240"/>
            <a:ext cx="32623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3760" cy="3593520"/>
          </a:xfrm>
          <a:prstGeom prst="rect">
            <a:avLst/>
          </a:prstGeom>
          <a:ln w="0">
            <a:noFill/>
          </a:ln>
        </p:spPr>
      </p:sp>
      <p:sp>
        <p:nvSpPr>
          <p:cNvPr id="316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3960" cy="4196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CustomShape 14"/>
          <p:cNvSpPr/>
          <p:nvPr/>
        </p:nvSpPr>
        <p:spPr>
          <a:xfrm>
            <a:off x="0" y="10155240"/>
            <a:ext cx="32623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3760" cy="3593520"/>
          </a:xfrm>
          <a:prstGeom prst="rect">
            <a:avLst/>
          </a:prstGeom>
          <a:ln w="0">
            <a:noFill/>
          </a:ln>
        </p:spPr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3960" cy="4196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CustomShape 19"/>
          <p:cNvSpPr/>
          <p:nvPr/>
        </p:nvSpPr>
        <p:spPr>
          <a:xfrm>
            <a:off x="0" y="10155240"/>
            <a:ext cx="32623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3760" cy="3593520"/>
          </a:xfrm>
          <a:prstGeom prst="rect">
            <a:avLst/>
          </a:prstGeom>
          <a:ln w="0">
            <a:noFill/>
          </a:ln>
        </p:spPr>
      </p:sp>
      <p:sp>
        <p:nvSpPr>
          <p:cNvPr id="322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3960" cy="4196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CustomShape 29"/>
          <p:cNvSpPr/>
          <p:nvPr/>
        </p:nvSpPr>
        <p:spPr>
          <a:xfrm>
            <a:off x="0" y="10155240"/>
            <a:ext cx="32623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3760" cy="3593520"/>
          </a:xfrm>
          <a:prstGeom prst="rect">
            <a:avLst/>
          </a:prstGeom>
          <a:ln w="0">
            <a:noFill/>
          </a:ln>
        </p:spPr>
      </p:sp>
      <p:sp>
        <p:nvSpPr>
          <p:cNvPr id="325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3960" cy="4196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CustomShape 24"/>
          <p:cNvSpPr/>
          <p:nvPr/>
        </p:nvSpPr>
        <p:spPr>
          <a:xfrm>
            <a:off x="0" y="10155240"/>
            <a:ext cx="32623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3760" cy="3593520"/>
          </a:xfrm>
          <a:prstGeom prst="rect">
            <a:avLst/>
          </a:prstGeom>
          <a:ln w="0">
            <a:noFill/>
          </a:ln>
        </p:spPr>
      </p:sp>
      <p:sp>
        <p:nvSpPr>
          <p:cNvPr id="328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3960" cy="4196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CustomShape 34"/>
          <p:cNvSpPr/>
          <p:nvPr/>
        </p:nvSpPr>
        <p:spPr>
          <a:xfrm>
            <a:off x="0" y="10155240"/>
            <a:ext cx="32623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3760" cy="3593520"/>
          </a:xfrm>
          <a:prstGeom prst="rect">
            <a:avLst/>
          </a:prstGeom>
          <a:ln w="0">
            <a:noFill/>
          </a:ln>
        </p:spPr>
      </p:sp>
      <p:sp>
        <p:nvSpPr>
          <p:cNvPr id="331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3960" cy="4196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CustomShape 39"/>
          <p:cNvSpPr/>
          <p:nvPr/>
        </p:nvSpPr>
        <p:spPr>
          <a:xfrm>
            <a:off x="0" y="10155240"/>
            <a:ext cx="32623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3760" cy="3593520"/>
          </a:xfrm>
          <a:prstGeom prst="rect">
            <a:avLst/>
          </a:prstGeom>
          <a:ln w="0">
            <a:noFill/>
          </a:ln>
        </p:spPr>
      </p:sp>
      <p:sp>
        <p:nvSpPr>
          <p:cNvPr id="334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3960" cy="4196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CustomShape 44"/>
          <p:cNvSpPr/>
          <p:nvPr/>
        </p:nvSpPr>
        <p:spPr>
          <a:xfrm>
            <a:off x="0" y="10155240"/>
            <a:ext cx="32623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3760" cy="3593520"/>
          </a:xfrm>
          <a:prstGeom prst="rect">
            <a:avLst/>
          </a:prstGeom>
          <a:ln w="0">
            <a:noFill/>
          </a:ln>
        </p:spPr>
      </p:sp>
      <p:sp>
        <p:nvSpPr>
          <p:cNvPr id="337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3960" cy="4196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CustomShape 49"/>
          <p:cNvSpPr/>
          <p:nvPr/>
        </p:nvSpPr>
        <p:spPr>
          <a:xfrm>
            <a:off x="0" y="10155240"/>
            <a:ext cx="32623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3760" cy="3593520"/>
          </a:xfrm>
          <a:prstGeom prst="rect">
            <a:avLst/>
          </a:prstGeom>
          <a:ln w="0">
            <a:noFill/>
          </a:ln>
        </p:spPr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3960" cy="4196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CustomShape 54"/>
          <p:cNvSpPr/>
          <p:nvPr/>
        </p:nvSpPr>
        <p:spPr>
          <a:xfrm>
            <a:off x="0" y="10155240"/>
            <a:ext cx="32623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3760" cy="3593520"/>
          </a:xfrm>
          <a:prstGeom prst="rect">
            <a:avLst/>
          </a:prstGeom>
          <a:ln w="0">
            <a:noFill/>
          </a:ln>
        </p:spPr>
      </p:sp>
      <p:sp>
        <p:nvSpPr>
          <p:cNvPr id="343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3960" cy="4196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CustomShape 59"/>
          <p:cNvSpPr/>
          <p:nvPr/>
        </p:nvSpPr>
        <p:spPr>
          <a:xfrm>
            <a:off x="0" y="10155240"/>
            <a:ext cx="32623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3760" cy="3593520"/>
          </a:xfrm>
          <a:prstGeom prst="rect">
            <a:avLst/>
          </a:prstGeom>
          <a:ln w="0">
            <a:noFill/>
          </a:ln>
        </p:spPr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3960" cy="4196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CustomShape 64"/>
          <p:cNvSpPr/>
          <p:nvPr/>
        </p:nvSpPr>
        <p:spPr>
          <a:xfrm>
            <a:off x="0" y="10155240"/>
            <a:ext cx="32623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3760" cy="359352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3960" cy="4196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CustomShape 69"/>
          <p:cNvSpPr/>
          <p:nvPr/>
        </p:nvSpPr>
        <p:spPr>
          <a:xfrm>
            <a:off x="0" y="10155240"/>
            <a:ext cx="32623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3760" cy="359352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3960" cy="4196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CustomShape 74"/>
          <p:cNvSpPr/>
          <p:nvPr/>
        </p:nvSpPr>
        <p:spPr>
          <a:xfrm>
            <a:off x="0" y="10155240"/>
            <a:ext cx="32623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3760" cy="359352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3960" cy="4196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CustomShape 84"/>
          <p:cNvSpPr/>
          <p:nvPr/>
        </p:nvSpPr>
        <p:spPr>
          <a:xfrm>
            <a:off x="0" y="10155240"/>
            <a:ext cx="32623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3760" cy="359352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3960" cy="4196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CustomShape 79"/>
          <p:cNvSpPr/>
          <p:nvPr/>
        </p:nvSpPr>
        <p:spPr>
          <a:xfrm>
            <a:off x="0" y="10155240"/>
            <a:ext cx="32623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3760" cy="359352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3960" cy="4196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CustomShape 89"/>
          <p:cNvSpPr/>
          <p:nvPr/>
        </p:nvSpPr>
        <p:spPr>
          <a:xfrm>
            <a:off x="0" y="10155240"/>
            <a:ext cx="32623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0" y="3150000"/>
            <a:ext cx="9706320" cy="124632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ustomShape 1"/>
          <p:cNvSpPr/>
          <p:nvPr/>
        </p:nvSpPr>
        <p:spPr>
          <a:xfrm>
            <a:off x="0" y="3150000"/>
            <a:ext cx="9706320" cy="124632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ustomShape 1"/>
          <p:cNvSpPr/>
          <p:nvPr/>
        </p:nvSpPr>
        <p:spPr>
          <a:xfrm>
            <a:off x="0" y="3150000"/>
            <a:ext cx="9706320" cy="124632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ustomShape 1"/>
          <p:cNvSpPr/>
          <p:nvPr/>
        </p:nvSpPr>
        <p:spPr>
          <a:xfrm>
            <a:off x="0" y="3150000"/>
            <a:ext cx="9706320" cy="124632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ustomShape 1"/>
          <p:cNvSpPr/>
          <p:nvPr/>
        </p:nvSpPr>
        <p:spPr>
          <a:xfrm>
            <a:off x="0" y="3150000"/>
            <a:ext cx="9706320" cy="124632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CustomShape 1"/>
          <p:cNvSpPr/>
          <p:nvPr/>
        </p:nvSpPr>
        <p:spPr>
          <a:xfrm>
            <a:off x="0" y="3150000"/>
            <a:ext cx="9706320" cy="124632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CustomShape 1"/>
          <p:cNvSpPr/>
          <p:nvPr/>
        </p:nvSpPr>
        <p:spPr>
          <a:xfrm>
            <a:off x="0" y="3150000"/>
            <a:ext cx="9706320" cy="124632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CustomShape 1"/>
          <p:cNvSpPr/>
          <p:nvPr/>
        </p:nvSpPr>
        <p:spPr>
          <a:xfrm>
            <a:off x="0" y="3150000"/>
            <a:ext cx="9706320" cy="124632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CustomShape 1"/>
          <p:cNvSpPr/>
          <p:nvPr/>
        </p:nvSpPr>
        <p:spPr>
          <a:xfrm>
            <a:off x="0" y="3150000"/>
            <a:ext cx="9706320" cy="124632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CustomShape 1"/>
          <p:cNvSpPr/>
          <p:nvPr/>
        </p:nvSpPr>
        <p:spPr>
          <a:xfrm>
            <a:off x="0" y="3150000"/>
            <a:ext cx="9706320" cy="124632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CustomShape 1"/>
          <p:cNvSpPr/>
          <p:nvPr/>
        </p:nvSpPr>
        <p:spPr>
          <a:xfrm>
            <a:off x="0" y="3150000"/>
            <a:ext cx="9706320" cy="124632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CustomShape 1"/>
          <p:cNvSpPr/>
          <p:nvPr/>
        </p:nvSpPr>
        <p:spPr>
          <a:xfrm>
            <a:off x="0" y="3150000"/>
            <a:ext cx="9706320" cy="124632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CustomShape 1"/>
          <p:cNvSpPr/>
          <p:nvPr/>
        </p:nvSpPr>
        <p:spPr>
          <a:xfrm>
            <a:off x="0" y="180000"/>
            <a:ext cx="9706320" cy="124632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1" name="CustomShape 2"/>
          <p:cNvSpPr/>
          <p:nvPr/>
        </p:nvSpPr>
        <p:spPr>
          <a:xfrm>
            <a:off x="7560000" y="6840000"/>
            <a:ext cx="2506320" cy="52632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2" name="CustomShape 3"/>
          <p:cNvSpPr/>
          <p:nvPr/>
        </p:nvSpPr>
        <p:spPr>
          <a:xfrm>
            <a:off x="900000" y="6840000"/>
            <a:ext cx="6466320" cy="52632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3" name="CustomShape 4"/>
          <p:cNvSpPr/>
          <p:nvPr/>
        </p:nvSpPr>
        <p:spPr>
          <a:xfrm>
            <a:off x="180000" y="6840000"/>
            <a:ext cx="526320" cy="52632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CustomShape 1"/>
          <p:cNvSpPr/>
          <p:nvPr/>
        </p:nvSpPr>
        <p:spPr>
          <a:xfrm>
            <a:off x="0" y="180000"/>
            <a:ext cx="9706320" cy="124632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83" name="CustomShape 2"/>
          <p:cNvSpPr/>
          <p:nvPr/>
        </p:nvSpPr>
        <p:spPr>
          <a:xfrm>
            <a:off x="7560000" y="6840000"/>
            <a:ext cx="2506320" cy="52632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84" name="CustomShape 3"/>
          <p:cNvSpPr/>
          <p:nvPr/>
        </p:nvSpPr>
        <p:spPr>
          <a:xfrm>
            <a:off x="900000" y="6840000"/>
            <a:ext cx="6466320" cy="52632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5" name="CustomShape 4"/>
          <p:cNvSpPr/>
          <p:nvPr/>
        </p:nvSpPr>
        <p:spPr>
          <a:xfrm>
            <a:off x="180000" y="6840000"/>
            <a:ext cx="526320" cy="52632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CustomShape 1"/>
          <p:cNvSpPr/>
          <p:nvPr/>
        </p:nvSpPr>
        <p:spPr>
          <a:xfrm>
            <a:off x="0" y="180000"/>
            <a:ext cx="9706320" cy="124632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3" name="CustomShape 2"/>
          <p:cNvSpPr/>
          <p:nvPr/>
        </p:nvSpPr>
        <p:spPr>
          <a:xfrm>
            <a:off x="7560000" y="6840000"/>
            <a:ext cx="2506320" cy="52632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4" name="CustomShape 3"/>
          <p:cNvSpPr/>
          <p:nvPr/>
        </p:nvSpPr>
        <p:spPr>
          <a:xfrm>
            <a:off x="900000" y="6840000"/>
            <a:ext cx="6466320" cy="52632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5" name="CustomShape 4"/>
          <p:cNvSpPr/>
          <p:nvPr/>
        </p:nvSpPr>
        <p:spPr>
          <a:xfrm>
            <a:off x="180000" y="6840000"/>
            <a:ext cx="526320" cy="52632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5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/>
          <p:cNvSpPr/>
          <p:nvPr/>
        </p:nvSpPr>
        <p:spPr>
          <a:xfrm>
            <a:off x="0" y="180000"/>
            <a:ext cx="9706320" cy="124632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7" name="CustomShape 2"/>
          <p:cNvSpPr/>
          <p:nvPr/>
        </p:nvSpPr>
        <p:spPr>
          <a:xfrm>
            <a:off x="7560000" y="6840000"/>
            <a:ext cx="2506320" cy="52632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8" name="CustomShape 3"/>
          <p:cNvSpPr/>
          <p:nvPr/>
        </p:nvSpPr>
        <p:spPr>
          <a:xfrm>
            <a:off x="900000" y="6840000"/>
            <a:ext cx="6466320" cy="52632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9" name="CustomShape 4"/>
          <p:cNvSpPr/>
          <p:nvPr/>
        </p:nvSpPr>
        <p:spPr>
          <a:xfrm>
            <a:off x="180000" y="6840000"/>
            <a:ext cx="526320" cy="52632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CustomShape 1"/>
          <p:cNvSpPr/>
          <p:nvPr/>
        </p:nvSpPr>
        <p:spPr>
          <a:xfrm>
            <a:off x="0" y="180000"/>
            <a:ext cx="9706320" cy="124632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1" name="CustomShape 2"/>
          <p:cNvSpPr/>
          <p:nvPr/>
        </p:nvSpPr>
        <p:spPr>
          <a:xfrm>
            <a:off x="7560000" y="6840000"/>
            <a:ext cx="2506320" cy="52632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2" name="CustomShape 3"/>
          <p:cNvSpPr/>
          <p:nvPr/>
        </p:nvSpPr>
        <p:spPr>
          <a:xfrm>
            <a:off x="900000" y="6840000"/>
            <a:ext cx="6466320" cy="52632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3" name="CustomShape 4"/>
          <p:cNvSpPr/>
          <p:nvPr/>
        </p:nvSpPr>
        <p:spPr>
          <a:xfrm>
            <a:off x="180000" y="6840000"/>
            <a:ext cx="526320" cy="52632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CustomShape 1"/>
          <p:cNvSpPr/>
          <p:nvPr/>
        </p:nvSpPr>
        <p:spPr>
          <a:xfrm>
            <a:off x="0" y="180000"/>
            <a:ext cx="9706320" cy="124632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7" name="CustomShape 2"/>
          <p:cNvSpPr/>
          <p:nvPr/>
        </p:nvSpPr>
        <p:spPr>
          <a:xfrm>
            <a:off x="7560000" y="6840000"/>
            <a:ext cx="2506320" cy="52632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8" name="CustomShape 3"/>
          <p:cNvSpPr/>
          <p:nvPr/>
        </p:nvSpPr>
        <p:spPr>
          <a:xfrm>
            <a:off x="900000" y="6840000"/>
            <a:ext cx="6466320" cy="52632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9" name="CustomShape 4"/>
          <p:cNvSpPr/>
          <p:nvPr/>
        </p:nvSpPr>
        <p:spPr>
          <a:xfrm>
            <a:off x="180000" y="6840000"/>
            <a:ext cx="526320" cy="52632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CustomShape 1"/>
          <p:cNvSpPr/>
          <p:nvPr/>
        </p:nvSpPr>
        <p:spPr>
          <a:xfrm>
            <a:off x="0" y="180000"/>
            <a:ext cx="9706320" cy="124632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5" name="CustomShape 2"/>
          <p:cNvSpPr/>
          <p:nvPr/>
        </p:nvSpPr>
        <p:spPr>
          <a:xfrm>
            <a:off x="7560000" y="6840000"/>
            <a:ext cx="2506320" cy="52632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6" name="CustomShape 3"/>
          <p:cNvSpPr/>
          <p:nvPr/>
        </p:nvSpPr>
        <p:spPr>
          <a:xfrm>
            <a:off x="900000" y="6840000"/>
            <a:ext cx="6466320" cy="52632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7" name="CustomShape 4"/>
          <p:cNvSpPr/>
          <p:nvPr/>
        </p:nvSpPr>
        <p:spPr>
          <a:xfrm>
            <a:off x="180000" y="6840000"/>
            <a:ext cx="526320" cy="52632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CustomShape 1"/>
          <p:cNvSpPr/>
          <p:nvPr/>
        </p:nvSpPr>
        <p:spPr>
          <a:xfrm>
            <a:off x="0" y="180000"/>
            <a:ext cx="9706320" cy="124632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3" name="CustomShape 2"/>
          <p:cNvSpPr/>
          <p:nvPr/>
        </p:nvSpPr>
        <p:spPr>
          <a:xfrm>
            <a:off x="7560000" y="6840000"/>
            <a:ext cx="2506320" cy="52632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4" name="CustomShape 3"/>
          <p:cNvSpPr/>
          <p:nvPr/>
        </p:nvSpPr>
        <p:spPr>
          <a:xfrm>
            <a:off x="900000" y="6840000"/>
            <a:ext cx="6466320" cy="52632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5" name="CustomShape 4"/>
          <p:cNvSpPr/>
          <p:nvPr/>
        </p:nvSpPr>
        <p:spPr>
          <a:xfrm>
            <a:off x="180000" y="6840000"/>
            <a:ext cx="526320" cy="52632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CustomShape 1"/>
          <p:cNvSpPr/>
          <p:nvPr/>
        </p:nvSpPr>
        <p:spPr>
          <a:xfrm>
            <a:off x="0" y="180000"/>
            <a:ext cx="9706320" cy="124632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3" name="CustomShape 2"/>
          <p:cNvSpPr/>
          <p:nvPr/>
        </p:nvSpPr>
        <p:spPr>
          <a:xfrm>
            <a:off x="7560000" y="6840000"/>
            <a:ext cx="2506320" cy="52632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4" name="CustomShape 3"/>
          <p:cNvSpPr/>
          <p:nvPr/>
        </p:nvSpPr>
        <p:spPr>
          <a:xfrm>
            <a:off x="900000" y="6840000"/>
            <a:ext cx="6466320" cy="52632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5" name="CustomShape 4"/>
          <p:cNvSpPr/>
          <p:nvPr/>
        </p:nvSpPr>
        <p:spPr>
          <a:xfrm>
            <a:off x="180000" y="6840000"/>
            <a:ext cx="526320" cy="52632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CustomShape 1"/>
          <p:cNvSpPr/>
          <p:nvPr/>
        </p:nvSpPr>
        <p:spPr>
          <a:xfrm>
            <a:off x="0" y="180000"/>
            <a:ext cx="9706320" cy="124632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9" name="CustomShape 2"/>
          <p:cNvSpPr/>
          <p:nvPr/>
        </p:nvSpPr>
        <p:spPr>
          <a:xfrm>
            <a:off x="7560000" y="6840000"/>
            <a:ext cx="2506320" cy="52632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0" name="CustomShape 3"/>
          <p:cNvSpPr/>
          <p:nvPr/>
        </p:nvSpPr>
        <p:spPr>
          <a:xfrm>
            <a:off x="900000" y="6840000"/>
            <a:ext cx="6466320" cy="52632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1" name="CustomShape 4"/>
          <p:cNvSpPr/>
          <p:nvPr/>
        </p:nvSpPr>
        <p:spPr>
          <a:xfrm>
            <a:off x="180000" y="6840000"/>
            <a:ext cx="526320" cy="52632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CustomShape 1"/>
          <p:cNvSpPr/>
          <p:nvPr/>
        </p:nvSpPr>
        <p:spPr>
          <a:xfrm>
            <a:off x="0" y="180000"/>
            <a:ext cx="9706320" cy="124632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3" name="CustomShape 2"/>
          <p:cNvSpPr/>
          <p:nvPr/>
        </p:nvSpPr>
        <p:spPr>
          <a:xfrm>
            <a:off x="7560000" y="6840000"/>
            <a:ext cx="2506320" cy="52632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4" name="CustomShape 3"/>
          <p:cNvSpPr/>
          <p:nvPr/>
        </p:nvSpPr>
        <p:spPr>
          <a:xfrm>
            <a:off x="900000" y="6840000"/>
            <a:ext cx="6466320" cy="52632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5" name="CustomShape 4"/>
          <p:cNvSpPr/>
          <p:nvPr/>
        </p:nvSpPr>
        <p:spPr>
          <a:xfrm>
            <a:off x="180000" y="6840000"/>
            <a:ext cx="526320" cy="52632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2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CustomShape 1"/>
          <p:cNvSpPr/>
          <p:nvPr/>
        </p:nvSpPr>
        <p:spPr>
          <a:xfrm>
            <a:off x="0" y="180000"/>
            <a:ext cx="9706320" cy="124632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5" name="CustomShape 2"/>
          <p:cNvSpPr/>
          <p:nvPr/>
        </p:nvSpPr>
        <p:spPr>
          <a:xfrm>
            <a:off x="7560000" y="6840000"/>
            <a:ext cx="2506320" cy="52632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6" name="CustomShape 3"/>
          <p:cNvSpPr/>
          <p:nvPr/>
        </p:nvSpPr>
        <p:spPr>
          <a:xfrm>
            <a:off x="900000" y="6840000"/>
            <a:ext cx="6466320" cy="52632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7" name="CustomShape 4"/>
          <p:cNvSpPr/>
          <p:nvPr/>
        </p:nvSpPr>
        <p:spPr>
          <a:xfrm>
            <a:off x="180000" y="6840000"/>
            <a:ext cx="526320" cy="52632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4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mailto:gustavo.hochuli@pucpr.br" TargetMode="External"/><Relationship Id="rId2" Type="http://schemas.openxmlformats.org/officeDocument/2006/relationships/hyperlink" Target="mailto:aghochuli@ppgia.pucpr.br" TargetMode="External"/><Relationship Id="rId3" Type="http://schemas.openxmlformats.org/officeDocument/2006/relationships/hyperlink" Target="https://github.com/andrehochuli/teaching" TargetMode="External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7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7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slideLayout" Target="../slideLayouts/slideLayout17.xml"/><Relationship Id="rId6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17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7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slideLayout" Target="../slideLayouts/slideLayout17.xml"/><Relationship Id="rId5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7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17.xml"/><Relationship Id="rId4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slideLayout" Target="../slideLayouts/slideLayout17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hyperlink" Target="https://github.com/andrehochuli/teaching/blob/main/%5BESPEC%5D%20Fundamentos%20Aprendizagem%20M&#225;quina/T&#243;pico%2006%20-%20Regress&#227;o/Topico_06_Regress&#227;o.ipynb" TargetMode="External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1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CustomShape 1"/>
          <p:cNvSpPr/>
          <p:nvPr/>
        </p:nvSpPr>
        <p:spPr>
          <a:xfrm>
            <a:off x="360000" y="3330000"/>
            <a:ext cx="9346320" cy="88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Regressão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CustomShape 2"/>
          <p:cNvSpPr/>
          <p:nvPr/>
        </p:nvSpPr>
        <p:spPr>
          <a:xfrm>
            <a:off x="540000" y="4680000"/>
            <a:ext cx="9166320" cy="250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pt-BR" sz="22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Prof. André Gustavo Hochuli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2200" spc="-1" strike="noStrike" u="sng">
                <a:solidFill>
                  <a:srgbClr val="0000ff"/>
                </a:solidFill>
                <a:uFillTx/>
                <a:latin typeface="Latin Modern Sans"/>
                <a:ea typeface="DejaVu Sans"/>
                <a:hlinkClick r:id="rId1"/>
              </a:rPr>
              <a:t>gustavo.hochuli@pucpr.br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2200" spc="-1" strike="noStrike" u="sng">
                <a:solidFill>
                  <a:srgbClr val="0000ff"/>
                </a:solidFill>
                <a:uFillTx/>
                <a:latin typeface="Latin Modern Sans"/>
                <a:ea typeface="DejaVu Sans"/>
                <a:hlinkClick r:id="rId2"/>
              </a:rPr>
              <a:t>aghochuli@ppgia.pucpr.br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2200" spc="-1" strike="noStrike" u="sng">
                <a:solidFill>
                  <a:srgbClr val="0000ff"/>
                </a:solidFill>
                <a:uFillTx/>
                <a:latin typeface="Latin Modern Sans"/>
                <a:ea typeface="DejaVu Sans"/>
                <a:hlinkClick r:id="rId3"/>
              </a:rPr>
              <a:t>github.com/andrehochuli/teaching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CustomShape 1"/>
          <p:cNvSpPr/>
          <p:nvPr/>
        </p:nvSpPr>
        <p:spPr>
          <a:xfrm>
            <a:off x="360000" y="360000"/>
            <a:ext cx="9346320" cy="88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Plano de Aula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CustomShape 4"/>
          <p:cNvSpPr/>
          <p:nvPr/>
        </p:nvSpPr>
        <p:spPr>
          <a:xfrm>
            <a:off x="360000" y="1980000"/>
            <a:ext cx="9166320" cy="46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16000" indent="-212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Regressão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2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Exercícios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CustomShape 2"/>
          <p:cNvSpPr/>
          <p:nvPr/>
        </p:nvSpPr>
        <p:spPr>
          <a:xfrm>
            <a:off x="897120" y="6886080"/>
            <a:ext cx="643356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CustomShape 3"/>
          <p:cNvSpPr/>
          <p:nvPr/>
        </p:nvSpPr>
        <p:spPr>
          <a:xfrm>
            <a:off x="7608600" y="6886080"/>
            <a:ext cx="227160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Regressão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CustomShape 8"/>
          <p:cNvSpPr/>
          <p:nvPr/>
        </p:nvSpPr>
        <p:spPr>
          <a:xfrm>
            <a:off x="360000" y="360000"/>
            <a:ext cx="9346320" cy="88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Regressão vs Classificação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CustomShape 9"/>
          <p:cNvSpPr/>
          <p:nvPr/>
        </p:nvSpPr>
        <p:spPr>
          <a:xfrm>
            <a:off x="360000" y="1980000"/>
            <a:ext cx="9166320" cy="46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CustomShape 10"/>
          <p:cNvSpPr/>
          <p:nvPr/>
        </p:nvSpPr>
        <p:spPr>
          <a:xfrm>
            <a:off x="897120" y="6886080"/>
            <a:ext cx="643356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CustomShape 11"/>
          <p:cNvSpPr/>
          <p:nvPr/>
        </p:nvSpPr>
        <p:spPr>
          <a:xfrm>
            <a:off x="7608600" y="6886080"/>
            <a:ext cx="227160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Regressão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"/>
          <p:cNvSpPr/>
          <p:nvPr/>
        </p:nvSpPr>
        <p:spPr>
          <a:xfrm>
            <a:off x="342360" y="1529280"/>
            <a:ext cx="9372600" cy="53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Classificação: Determina uma classe (0,1,2,3)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Regressão: Determina valores contínuos (preço, clima, vendas, logística, sinais...)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3" name="" descr=""/>
          <p:cNvPicPr/>
          <p:nvPr/>
        </p:nvPicPr>
        <p:blipFill>
          <a:blip r:embed="rId1"/>
          <a:stretch/>
        </p:blipFill>
        <p:spPr>
          <a:xfrm>
            <a:off x="2004480" y="2880000"/>
            <a:ext cx="6093000" cy="3045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CustomShape 6"/>
          <p:cNvSpPr/>
          <p:nvPr/>
        </p:nvSpPr>
        <p:spPr>
          <a:xfrm>
            <a:off x="360000" y="360000"/>
            <a:ext cx="9346320" cy="88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Regressão vs Classificação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CustomShape 7"/>
          <p:cNvSpPr/>
          <p:nvPr/>
        </p:nvSpPr>
        <p:spPr>
          <a:xfrm>
            <a:off x="360000" y="1980000"/>
            <a:ext cx="9166320" cy="46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CustomShape 12"/>
          <p:cNvSpPr/>
          <p:nvPr/>
        </p:nvSpPr>
        <p:spPr>
          <a:xfrm>
            <a:off x="897120" y="6886080"/>
            <a:ext cx="643356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CustomShape 13"/>
          <p:cNvSpPr/>
          <p:nvPr/>
        </p:nvSpPr>
        <p:spPr>
          <a:xfrm>
            <a:off x="7608600" y="6886080"/>
            <a:ext cx="227160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Regressão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"/>
          <p:cNvSpPr/>
          <p:nvPr/>
        </p:nvSpPr>
        <p:spPr>
          <a:xfrm>
            <a:off x="342360" y="1529280"/>
            <a:ext cx="9372600" cy="53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Regressão: Compreender a relação entre as características dos dados (variáveis independentes) e a variável dependente (target).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Encontrar a função (f) que aproxima o conjunto {X} em {Y} contínuo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Regressão Linear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Regressão Não Linear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Polinomial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Exponencial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…</a:t>
            </a: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..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	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9" name="" descr=""/>
          <p:cNvPicPr/>
          <p:nvPr/>
        </p:nvPicPr>
        <p:blipFill>
          <a:blip r:embed="rId1"/>
          <a:stretch/>
        </p:blipFill>
        <p:spPr>
          <a:xfrm>
            <a:off x="3057840" y="3657600"/>
            <a:ext cx="5628600" cy="2927880"/>
          </a:xfrm>
          <a:prstGeom prst="rect">
            <a:avLst/>
          </a:prstGeom>
          <a:ln w="0">
            <a:noFill/>
          </a:ln>
        </p:spPr>
      </p:pic>
      <p:pic>
        <p:nvPicPr>
          <p:cNvPr id="200" name="" descr=""/>
          <p:cNvPicPr/>
          <p:nvPr/>
        </p:nvPicPr>
        <p:blipFill>
          <a:blip r:embed="rId2"/>
          <a:stretch/>
        </p:blipFill>
        <p:spPr>
          <a:xfrm>
            <a:off x="2991240" y="2921040"/>
            <a:ext cx="2494800" cy="580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CustomShape 15"/>
          <p:cNvSpPr/>
          <p:nvPr/>
        </p:nvSpPr>
        <p:spPr>
          <a:xfrm>
            <a:off x="360000" y="360000"/>
            <a:ext cx="9346320" cy="88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Regressão - KNN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CustomShape 16"/>
          <p:cNvSpPr/>
          <p:nvPr/>
        </p:nvSpPr>
        <p:spPr>
          <a:xfrm>
            <a:off x="360000" y="1980000"/>
            <a:ext cx="9166320" cy="46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CustomShape 17"/>
          <p:cNvSpPr/>
          <p:nvPr/>
        </p:nvSpPr>
        <p:spPr>
          <a:xfrm>
            <a:off x="897120" y="6886080"/>
            <a:ext cx="643356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CustomShape 18"/>
          <p:cNvSpPr/>
          <p:nvPr/>
        </p:nvSpPr>
        <p:spPr>
          <a:xfrm>
            <a:off x="7608600" y="6886080"/>
            <a:ext cx="227160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Regressão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"/>
          <p:cNvSpPr/>
          <p:nvPr/>
        </p:nvSpPr>
        <p:spPr>
          <a:xfrm>
            <a:off x="342360" y="1529280"/>
            <a:ext cx="9372600" cy="53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Considere o dataset para determinar o peso de uma pessoa: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6" name="" descr=""/>
          <p:cNvPicPr/>
          <p:nvPr/>
        </p:nvPicPr>
        <p:blipFill>
          <a:blip r:embed="rId1"/>
          <a:stretch/>
        </p:blipFill>
        <p:spPr>
          <a:xfrm>
            <a:off x="360000" y="2700000"/>
            <a:ext cx="4368240" cy="2445480"/>
          </a:xfrm>
          <a:prstGeom prst="rect">
            <a:avLst/>
          </a:prstGeom>
          <a:ln w="0">
            <a:noFill/>
          </a:ln>
        </p:spPr>
      </p:pic>
      <p:pic>
        <p:nvPicPr>
          <p:cNvPr id="207" name="" descr=""/>
          <p:cNvPicPr/>
          <p:nvPr/>
        </p:nvPicPr>
        <p:blipFill>
          <a:blip r:embed="rId2"/>
          <a:stretch/>
        </p:blipFill>
        <p:spPr>
          <a:xfrm>
            <a:off x="4860000" y="2532600"/>
            <a:ext cx="4677480" cy="2864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CustomShape 25"/>
          <p:cNvSpPr/>
          <p:nvPr/>
        </p:nvSpPr>
        <p:spPr>
          <a:xfrm>
            <a:off x="360000" y="360000"/>
            <a:ext cx="9346320" cy="88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Regressão - KNN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CustomShape 26"/>
          <p:cNvSpPr/>
          <p:nvPr/>
        </p:nvSpPr>
        <p:spPr>
          <a:xfrm>
            <a:off x="360000" y="1980000"/>
            <a:ext cx="9166320" cy="46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CustomShape 27"/>
          <p:cNvSpPr/>
          <p:nvPr/>
        </p:nvSpPr>
        <p:spPr>
          <a:xfrm>
            <a:off x="897120" y="6886080"/>
            <a:ext cx="643356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CustomShape 28"/>
          <p:cNvSpPr/>
          <p:nvPr/>
        </p:nvSpPr>
        <p:spPr>
          <a:xfrm>
            <a:off x="7608600" y="6886080"/>
            <a:ext cx="227160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Regressão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"/>
          <p:cNvSpPr/>
          <p:nvPr/>
        </p:nvSpPr>
        <p:spPr>
          <a:xfrm>
            <a:off x="342360" y="1529280"/>
            <a:ext cx="9372600" cy="53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Dado K vizinhos, computa-se a média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K=3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K=5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3" name="" descr=""/>
          <p:cNvPicPr/>
          <p:nvPr/>
        </p:nvPicPr>
        <p:blipFill>
          <a:blip r:embed="rId1"/>
          <a:stretch/>
        </p:blipFill>
        <p:spPr>
          <a:xfrm>
            <a:off x="4140000" y="2103120"/>
            <a:ext cx="5436000" cy="4626360"/>
          </a:xfrm>
          <a:prstGeom prst="rect">
            <a:avLst/>
          </a:prstGeom>
          <a:ln w="0">
            <a:noFill/>
          </a:ln>
        </p:spPr>
      </p:pic>
      <p:pic>
        <p:nvPicPr>
          <p:cNvPr id="214" name="" descr=""/>
          <p:cNvPicPr/>
          <p:nvPr/>
        </p:nvPicPr>
        <p:blipFill>
          <a:blip r:embed="rId2"/>
          <a:stretch/>
        </p:blipFill>
        <p:spPr>
          <a:xfrm>
            <a:off x="540000" y="2700000"/>
            <a:ext cx="1768680" cy="702000"/>
          </a:xfrm>
          <a:prstGeom prst="rect">
            <a:avLst/>
          </a:prstGeom>
          <a:ln w="0">
            <a:noFill/>
          </a:ln>
        </p:spPr>
      </p:pic>
      <p:pic>
        <p:nvPicPr>
          <p:cNvPr id="215" name="" descr=""/>
          <p:cNvPicPr/>
          <p:nvPr/>
        </p:nvPicPr>
        <p:blipFill>
          <a:blip r:embed="rId3"/>
          <a:stretch/>
        </p:blipFill>
        <p:spPr>
          <a:xfrm>
            <a:off x="540000" y="4140000"/>
            <a:ext cx="2568960" cy="711360"/>
          </a:xfrm>
          <a:prstGeom prst="rect">
            <a:avLst/>
          </a:prstGeom>
          <a:ln w="0">
            <a:noFill/>
          </a:ln>
        </p:spPr>
      </p:pic>
      <p:pic>
        <p:nvPicPr>
          <p:cNvPr id="216" name="" descr=""/>
          <p:cNvPicPr/>
          <p:nvPr/>
        </p:nvPicPr>
        <p:blipFill>
          <a:blip r:embed="rId4"/>
          <a:srcRect l="0" t="0" r="0" b="41554"/>
          <a:stretch/>
        </p:blipFill>
        <p:spPr>
          <a:xfrm>
            <a:off x="7457040" y="4140000"/>
            <a:ext cx="2207880" cy="907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CustomShape 20"/>
          <p:cNvSpPr/>
          <p:nvPr/>
        </p:nvSpPr>
        <p:spPr>
          <a:xfrm>
            <a:off x="360000" y="360000"/>
            <a:ext cx="9346320" cy="88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Regressão 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CustomShape 21"/>
          <p:cNvSpPr/>
          <p:nvPr/>
        </p:nvSpPr>
        <p:spPr>
          <a:xfrm>
            <a:off x="360000" y="1980000"/>
            <a:ext cx="9166320" cy="46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CustomShape 22"/>
          <p:cNvSpPr/>
          <p:nvPr/>
        </p:nvSpPr>
        <p:spPr>
          <a:xfrm>
            <a:off x="897120" y="6886080"/>
            <a:ext cx="643356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CustomShape 23"/>
          <p:cNvSpPr/>
          <p:nvPr/>
        </p:nvSpPr>
        <p:spPr>
          <a:xfrm>
            <a:off x="7608600" y="6886080"/>
            <a:ext cx="227160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Regressão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"/>
          <p:cNvSpPr/>
          <p:nvPr/>
        </p:nvSpPr>
        <p:spPr>
          <a:xfrm>
            <a:off x="342360" y="1529280"/>
            <a:ext cx="9372600" cy="53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Como avaliar o erro ?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Mean-Square-Error (MSE)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2" name="" descr=""/>
          <p:cNvPicPr/>
          <p:nvPr/>
        </p:nvPicPr>
        <p:blipFill>
          <a:blip r:embed="rId1"/>
          <a:stretch/>
        </p:blipFill>
        <p:spPr>
          <a:xfrm>
            <a:off x="500040" y="2880000"/>
            <a:ext cx="2557440" cy="143748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223" name=""/>
          <p:cNvGraphicFramePr/>
          <p:nvPr/>
        </p:nvGraphicFramePr>
        <p:xfrm>
          <a:off x="3960000" y="2018160"/>
          <a:ext cx="5399640" cy="2782080"/>
        </p:xfrm>
        <a:graphic>
          <a:graphicData uri="http://schemas.openxmlformats.org/drawingml/2006/table">
            <a:tbl>
              <a:tblPr/>
              <a:tblGrid>
                <a:gridCol w="1038600"/>
                <a:gridCol w="1038600"/>
                <a:gridCol w="1038240"/>
                <a:gridCol w="1243800"/>
                <a:gridCol w="1040760"/>
              </a:tblGrid>
              <a:tr h="347760"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Height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Age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Weight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Predicted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Diff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b3b3b3"/>
                    </a:solidFill>
                  </a:tcPr>
                </a:tc>
              </a:tr>
              <a:tr h="347760"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40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71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69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-2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</a:tr>
              <a:tr h="347760"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5.9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23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86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80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-6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</a:tr>
              <a:tr h="347760"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4.5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51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65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77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</a:tr>
              <a:tr h="347760"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5.3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36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89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82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-7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</a:tr>
              <a:tr h="347760"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5.1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48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75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67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-8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cc"/>
                    </a:solidFill>
                  </a:tcPr>
                </a:tc>
              </a:tr>
              <a:tr h="216000">
                <a:tc>
                  <a:txBody>
                    <a:bodyPr lIns="90000" rIns="90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MSE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59.4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</a:tr>
              <a:tr h="216000">
                <a:tc>
                  <a:txBody>
                    <a:bodyPr lIns="90000" rIns="90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RMSE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   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7.71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</a:tr>
            </a:tbl>
          </a:graphicData>
        </a:graphic>
      </p:graphicFrame>
      <p:pic>
        <p:nvPicPr>
          <p:cNvPr id="224" name="" descr=""/>
          <p:cNvPicPr/>
          <p:nvPr/>
        </p:nvPicPr>
        <p:blipFill>
          <a:blip r:embed="rId2"/>
          <a:stretch/>
        </p:blipFill>
        <p:spPr>
          <a:xfrm>
            <a:off x="438480" y="4743720"/>
            <a:ext cx="2761560" cy="1656720"/>
          </a:xfrm>
          <a:prstGeom prst="rect">
            <a:avLst/>
          </a:prstGeom>
          <a:ln w="0">
            <a:noFill/>
          </a:ln>
        </p:spPr>
      </p:pic>
      <p:sp>
        <p:nvSpPr>
          <p:cNvPr id="225" name=""/>
          <p:cNvSpPr/>
          <p:nvPr/>
        </p:nvSpPr>
        <p:spPr>
          <a:xfrm>
            <a:off x="339480" y="4343400"/>
            <a:ext cx="3089160" cy="64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Root Mean-Square-Error (RMSE)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CustomShape 30"/>
          <p:cNvSpPr/>
          <p:nvPr/>
        </p:nvSpPr>
        <p:spPr>
          <a:xfrm>
            <a:off x="360000" y="360000"/>
            <a:ext cx="9346320" cy="88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Regressão - Árvores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CustomShape 31"/>
          <p:cNvSpPr/>
          <p:nvPr/>
        </p:nvSpPr>
        <p:spPr>
          <a:xfrm>
            <a:off x="360000" y="1980000"/>
            <a:ext cx="9166320" cy="46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CustomShape 32"/>
          <p:cNvSpPr/>
          <p:nvPr/>
        </p:nvSpPr>
        <p:spPr>
          <a:xfrm>
            <a:off x="897120" y="6886080"/>
            <a:ext cx="643356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CustomShape 33"/>
          <p:cNvSpPr/>
          <p:nvPr/>
        </p:nvSpPr>
        <p:spPr>
          <a:xfrm>
            <a:off x="7608600" y="6886080"/>
            <a:ext cx="227160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Regressão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"/>
          <p:cNvSpPr/>
          <p:nvPr/>
        </p:nvSpPr>
        <p:spPr>
          <a:xfrm>
            <a:off x="342360" y="1529280"/>
            <a:ext cx="9372600" cy="53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1" name="" descr=""/>
          <p:cNvPicPr/>
          <p:nvPr/>
        </p:nvPicPr>
        <p:blipFill>
          <a:blip r:embed="rId1"/>
          <a:stretch/>
        </p:blipFill>
        <p:spPr>
          <a:xfrm>
            <a:off x="146880" y="1474200"/>
            <a:ext cx="5110560" cy="3554640"/>
          </a:xfrm>
          <a:prstGeom prst="rect">
            <a:avLst/>
          </a:prstGeom>
          <a:ln w="0">
            <a:noFill/>
          </a:ln>
        </p:spPr>
      </p:pic>
      <p:pic>
        <p:nvPicPr>
          <p:cNvPr id="232" name="" descr=""/>
          <p:cNvPicPr/>
          <p:nvPr/>
        </p:nvPicPr>
        <p:blipFill>
          <a:blip r:embed="rId2"/>
          <a:stretch/>
        </p:blipFill>
        <p:spPr>
          <a:xfrm>
            <a:off x="5314320" y="3143880"/>
            <a:ext cx="4389120" cy="3027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CustomShape 35"/>
          <p:cNvSpPr/>
          <p:nvPr/>
        </p:nvSpPr>
        <p:spPr>
          <a:xfrm>
            <a:off x="360000" y="360000"/>
            <a:ext cx="9346320" cy="88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Regressão - Árvores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CustomShape 36"/>
          <p:cNvSpPr/>
          <p:nvPr/>
        </p:nvSpPr>
        <p:spPr>
          <a:xfrm>
            <a:off x="360000" y="1980000"/>
            <a:ext cx="9166320" cy="46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CustomShape 37"/>
          <p:cNvSpPr/>
          <p:nvPr/>
        </p:nvSpPr>
        <p:spPr>
          <a:xfrm>
            <a:off x="897120" y="6886080"/>
            <a:ext cx="643356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CustomShape 38"/>
          <p:cNvSpPr/>
          <p:nvPr/>
        </p:nvSpPr>
        <p:spPr>
          <a:xfrm>
            <a:off x="7608600" y="6886080"/>
            <a:ext cx="227160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Regressão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"/>
          <p:cNvSpPr/>
          <p:nvPr/>
        </p:nvSpPr>
        <p:spPr>
          <a:xfrm>
            <a:off x="342360" y="1529280"/>
            <a:ext cx="9372600" cy="53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Determina a homogeneidade pelo do desvio padrão, média e coeficiente de variação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8" name="" descr=""/>
          <p:cNvPicPr/>
          <p:nvPr/>
        </p:nvPicPr>
        <p:blipFill>
          <a:blip r:embed="rId1"/>
          <a:stretch/>
        </p:blipFill>
        <p:spPr>
          <a:xfrm>
            <a:off x="1260000" y="2520000"/>
            <a:ext cx="7358400" cy="3597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CustomShape 40"/>
          <p:cNvSpPr/>
          <p:nvPr/>
        </p:nvSpPr>
        <p:spPr>
          <a:xfrm>
            <a:off x="360000" y="360000"/>
            <a:ext cx="9346320" cy="88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Regressão - Árvores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CustomShape 41"/>
          <p:cNvSpPr/>
          <p:nvPr/>
        </p:nvSpPr>
        <p:spPr>
          <a:xfrm>
            <a:off x="360000" y="1980000"/>
            <a:ext cx="9166320" cy="46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CustomShape 42"/>
          <p:cNvSpPr/>
          <p:nvPr/>
        </p:nvSpPr>
        <p:spPr>
          <a:xfrm>
            <a:off x="897120" y="6886080"/>
            <a:ext cx="643356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CustomShape 43"/>
          <p:cNvSpPr/>
          <p:nvPr/>
        </p:nvSpPr>
        <p:spPr>
          <a:xfrm>
            <a:off x="7608600" y="6886080"/>
            <a:ext cx="227160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Regressão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"/>
          <p:cNvSpPr/>
          <p:nvPr/>
        </p:nvSpPr>
        <p:spPr>
          <a:xfrm>
            <a:off x="342360" y="1529280"/>
            <a:ext cx="9372600" cy="53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Desvio padrão para dois atributos: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4" name="" descr=""/>
          <p:cNvPicPr/>
          <p:nvPr/>
        </p:nvPicPr>
        <p:blipFill>
          <a:blip r:embed="rId1"/>
          <a:srcRect l="0" t="9106" r="0" b="0"/>
          <a:stretch/>
        </p:blipFill>
        <p:spPr>
          <a:xfrm>
            <a:off x="720000" y="2520000"/>
            <a:ext cx="7385760" cy="4137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CustomShape 45"/>
          <p:cNvSpPr/>
          <p:nvPr/>
        </p:nvSpPr>
        <p:spPr>
          <a:xfrm>
            <a:off x="360000" y="360000"/>
            <a:ext cx="9346320" cy="88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Regressão 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CustomShape 46"/>
          <p:cNvSpPr/>
          <p:nvPr/>
        </p:nvSpPr>
        <p:spPr>
          <a:xfrm>
            <a:off x="360000" y="1980000"/>
            <a:ext cx="9166320" cy="46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CustomShape 47"/>
          <p:cNvSpPr/>
          <p:nvPr/>
        </p:nvSpPr>
        <p:spPr>
          <a:xfrm>
            <a:off x="897120" y="6886080"/>
            <a:ext cx="643356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CustomShape 48"/>
          <p:cNvSpPr/>
          <p:nvPr/>
        </p:nvSpPr>
        <p:spPr>
          <a:xfrm>
            <a:off x="7608600" y="6886080"/>
            <a:ext cx="227160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Regressão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"/>
          <p:cNvSpPr/>
          <p:nvPr/>
        </p:nvSpPr>
        <p:spPr>
          <a:xfrm>
            <a:off x="342360" y="1529280"/>
            <a:ext cx="9372600" cy="53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Redução do Desvio Padrão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O maior SDR é escolhido como raiz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0" name="" descr=""/>
          <p:cNvPicPr/>
          <p:nvPr/>
        </p:nvPicPr>
        <p:blipFill>
          <a:blip r:embed="rId1"/>
          <a:stretch/>
        </p:blipFill>
        <p:spPr>
          <a:xfrm>
            <a:off x="4680000" y="1725840"/>
            <a:ext cx="3777480" cy="575640"/>
          </a:xfrm>
          <a:prstGeom prst="rect">
            <a:avLst/>
          </a:prstGeom>
          <a:ln w="0">
            <a:noFill/>
          </a:ln>
        </p:spPr>
      </p:pic>
      <p:pic>
        <p:nvPicPr>
          <p:cNvPr id="251" name="" descr=""/>
          <p:cNvPicPr/>
          <p:nvPr/>
        </p:nvPicPr>
        <p:blipFill>
          <a:blip r:embed="rId2"/>
          <a:stretch/>
        </p:blipFill>
        <p:spPr>
          <a:xfrm>
            <a:off x="4289040" y="2196000"/>
            <a:ext cx="4708440" cy="748440"/>
          </a:xfrm>
          <a:prstGeom prst="rect">
            <a:avLst/>
          </a:prstGeom>
          <a:ln w="0">
            <a:noFill/>
          </a:ln>
        </p:spPr>
      </p:pic>
      <p:pic>
        <p:nvPicPr>
          <p:cNvPr id="252" name="" descr=""/>
          <p:cNvPicPr/>
          <p:nvPr/>
        </p:nvPicPr>
        <p:blipFill>
          <a:blip r:embed="rId3"/>
          <a:stretch/>
        </p:blipFill>
        <p:spPr>
          <a:xfrm>
            <a:off x="2223000" y="3456720"/>
            <a:ext cx="5586480" cy="3297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CustomShape 50"/>
          <p:cNvSpPr/>
          <p:nvPr/>
        </p:nvSpPr>
        <p:spPr>
          <a:xfrm>
            <a:off x="360000" y="360000"/>
            <a:ext cx="9346320" cy="88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Regressão 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CustomShape 51"/>
          <p:cNvSpPr/>
          <p:nvPr/>
        </p:nvSpPr>
        <p:spPr>
          <a:xfrm>
            <a:off x="360000" y="1980000"/>
            <a:ext cx="9166320" cy="46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CustomShape 52"/>
          <p:cNvSpPr/>
          <p:nvPr/>
        </p:nvSpPr>
        <p:spPr>
          <a:xfrm>
            <a:off x="897120" y="6886080"/>
            <a:ext cx="643356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CustomShape 53"/>
          <p:cNvSpPr/>
          <p:nvPr/>
        </p:nvSpPr>
        <p:spPr>
          <a:xfrm>
            <a:off x="7608600" y="6886080"/>
            <a:ext cx="227160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Regressão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"/>
          <p:cNvSpPr/>
          <p:nvPr/>
        </p:nvSpPr>
        <p:spPr>
          <a:xfrm>
            <a:off x="342360" y="1529280"/>
            <a:ext cx="9372600" cy="53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Como escolher o critério de parada?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8" name="" descr=""/>
          <p:cNvPicPr/>
          <p:nvPr/>
        </p:nvPicPr>
        <p:blipFill>
          <a:blip r:embed="rId1"/>
          <a:stretch/>
        </p:blipFill>
        <p:spPr>
          <a:xfrm>
            <a:off x="900000" y="2404800"/>
            <a:ext cx="7722000" cy="3892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CustomShape 55"/>
          <p:cNvSpPr/>
          <p:nvPr/>
        </p:nvSpPr>
        <p:spPr>
          <a:xfrm>
            <a:off x="360000" y="360000"/>
            <a:ext cx="9346320" cy="88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Regressão 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CustomShape 56"/>
          <p:cNvSpPr/>
          <p:nvPr/>
        </p:nvSpPr>
        <p:spPr>
          <a:xfrm>
            <a:off x="360000" y="1980000"/>
            <a:ext cx="9166320" cy="46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CustomShape 57"/>
          <p:cNvSpPr/>
          <p:nvPr/>
        </p:nvSpPr>
        <p:spPr>
          <a:xfrm>
            <a:off x="897120" y="6886080"/>
            <a:ext cx="643356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CustomShape 58"/>
          <p:cNvSpPr/>
          <p:nvPr/>
        </p:nvSpPr>
        <p:spPr>
          <a:xfrm>
            <a:off x="7608600" y="6886080"/>
            <a:ext cx="227160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Regressão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"/>
          <p:cNvSpPr/>
          <p:nvPr/>
        </p:nvSpPr>
        <p:spPr>
          <a:xfrm>
            <a:off x="342360" y="1529280"/>
            <a:ext cx="9372600" cy="53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Considere um limiar de CV &lt; 10% ou count &lt;= 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Overcast =&gt; OK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Rainy e Sunny ainda precisam de ‘divisões’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4" name="" descr=""/>
          <p:cNvPicPr/>
          <p:nvPr/>
        </p:nvPicPr>
        <p:blipFill>
          <a:blip r:embed="rId1"/>
          <a:stretch/>
        </p:blipFill>
        <p:spPr>
          <a:xfrm>
            <a:off x="408600" y="3585960"/>
            <a:ext cx="8768880" cy="2351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CustomShape 60"/>
          <p:cNvSpPr/>
          <p:nvPr/>
        </p:nvSpPr>
        <p:spPr>
          <a:xfrm>
            <a:off x="360000" y="360000"/>
            <a:ext cx="9346320" cy="88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Regressão 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CustomShape 61"/>
          <p:cNvSpPr/>
          <p:nvPr/>
        </p:nvSpPr>
        <p:spPr>
          <a:xfrm>
            <a:off x="360000" y="1980000"/>
            <a:ext cx="9166320" cy="46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CustomShape 62"/>
          <p:cNvSpPr/>
          <p:nvPr/>
        </p:nvSpPr>
        <p:spPr>
          <a:xfrm>
            <a:off x="897120" y="6886080"/>
            <a:ext cx="643356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CustomShape 63"/>
          <p:cNvSpPr/>
          <p:nvPr/>
        </p:nvSpPr>
        <p:spPr>
          <a:xfrm>
            <a:off x="7608600" y="6886080"/>
            <a:ext cx="227160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Regressão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"/>
          <p:cNvSpPr/>
          <p:nvPr/>
        </p:nvSpPr>
        <p:spPr>
          <a:xfrm>
            <a:off x="342360" y="1529280"/>
            <a:ext cx="9372600" cy="53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Sunny: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‘</a:t>
            </a: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Windy’ é determinante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Maior SDR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CV &lt; 10% ou count &lt;= 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0" name="" descr=""/>
          <p:cNvPicPr/>
          <p:nvPr/>
        </p:nvPicPr>
        <p:blipFill>
          <a:blip r:embed="rId1"/>
          <a:stretch/>
        </p:blipFill>
        <p:spPr>
          <a:xfrm>
            <a:off x="3240000" y="867960"/>
            <a:ext cx="5937480" cy="3269520"/>
          </a:xfrm>
          <a:prstGeom prst="rect">
            <a:avLst/>
          </a:prstGeom>
          <a:ln w="0">
            <a:noFill/>
          </a:ln>
        </p:spPr>
      </p:pic>
      <p:pic>
        <p:nvPicPr>
          <p:cNvPr id="271" name="" descr=""/>
          <p:cNvPicPr/>
          <p:nvPr/>
        </p:nvPicPr>
        <p:blipFill>
          <a:blip r:embed="rId2"/>
          <a:stretch/>
        </p:blipFill>
        <p:spPr>
          <a:xfrm>
            <a:off x="360000" y="3960000"/>
            <a:ext cx="5649480" cy="2686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2" name="" descr=""/>
          <p:cNvPicPr/>
          <p:nvPr/>
        </p:nvPicPr>
        <p:blipFill>
          <a:blip r:embed="rId1"/>
          <a:stretch/>
        </p:blipFill>
        <p:spPr>
          <a:xfrm>
            <a:off x="342360" y="3780000"/>
            <a:ext cx="6297480" cy="2873880"/>
          </a:xfrm>
          <a:prstGeom prst="rect">
            <a:avLst/>
          </a:prstGeom>
          <a:ln w="0">
            <a:noFill/>
          </a:ln>
        </p:spPr>
      </p:pic>
      <p:sp>
        <p:nvSpPr>
          <p:cNvPr id="273" name="CustomShape 65"/>
          <p:cNvSpPr/>
          <p:nvPr/>
        </p:nvSpPr>
        <p:spPr>
          <a:xfrm>
            <a:off x="360000" y="360000"/>
            <a:ext cx="9346320" cy="88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Regressão 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CustomShape 66"/>
          <p:cNvSpPr/>
          <p:nvPr/>
        </p:nvSpPr>
        <p:spPr>
          <a:xfrm>
            <a:off x="360000" y="1980000"/>
            <a:ext cx="9166320" cy="46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CustomShape 67"/>
          <p:cNvSpPr/>
          <p:nvPr/>
        </p:nvSpPr>
        <p:spPr>
          <a:xfrm>
            <a:off x="897120" y="6886080"/>
            <a:ext cx="643356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CustomShape 68"/>
          <p:cNvSpPr/>
          <p:nvPr/>
        </p:nvSpPr>
        <p:spPr>
          <a:xfrm>
            <a:off x="7608600" y="6886080"/>
            <a:ext cx="227160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Regressão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"/>
          <p:cNvSpPr/>
          <p:nvPr/>
        </p:nvSpPr>
        <p:spPr>
          <a:xfrm>
            <a:off x="342360" y="1529280"/>
            <a:ext cx="9372600" cy="53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Rainy: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‘</a:t>
            </a: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Temp’ é determinante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Maior SDR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CV &lt; 10% ou count &lt;= 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8" name="" descr=""/>
          <p:cNvPicPr/>
          <p:nvPr/>
        </p:nvPicPr>
        <p:blipFill>
          <a:blip r:embed="rId2"/>
          <a:stretch/>
        </p:blipFill>
        <p:spPr>
          <a:xfrm>
            <a:off x="3361680" y="900000"/>
            <a:ext cx="6164640" cy="3485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CustomShape 70"/>
          <p:cNvSpPr/>
          <p:nvPr/>
        </p:nvSpPr>
        <p:spPr>
          <a:xfrm>
            <a:off x="360000" y="360000"/>
            <a:ext cx="9346320" cy="88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Regressão – SVM 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CustomShape 71"/>
          <p:cNvSpPr/>
          <p:nvPr/>
        </p:nvSpPr>
        <p:spPr>
          <a:xfrm>
            <a:off x="360000" y="1980000"/>
            <a:ext cx="9166320" cy="46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CustomShape 72"/>
          <p:cNvSpPr/>
          <p:nvPr/>
        </p:nvSpPr>
        <p:spPr>
          <a:xfrm>
            <a:off x="897120" y="6886080"/>
            <a:ext cx="643356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CustomShape 73"/>
          <p:cNvSpPr/>
          <p:nvPr/>
        </p:nvSpPr>
        <p:spPr>
          <a:xfrm>
            <a:off x="7608600" y="6886080"/>
            <a:ext cx="227160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Regressão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"/>
          <p:cNvSpPr/>
          <p:nvPr/>
        </p:nvSpPr>
        <p:spPr>
          <a:xfrm>
            <a:off x="342360" y="1529280"/>
            <a:ext cx="9372600" cy="53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4" name="" descr=""/>
          <p:cNvPicPr/>
          <p:nvPr/>
        </p:nvPicPr>
        <p:blipFill>
          <a:blip r:embed="rId1"/>
          <a:stretch/>
        </p:blipFill>
        <p:spPr>
          <a:xfrm>
            <a:off x="2160000" y="2038680"/>
            <a:ext cx="5855760" cy="4258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CustomShape 80"/>
          <p:cNvSpPr/>
          <p:nvPr/>
        </p:nvSpPr>
        <p:spPr>
          <a:xfrm>
            <a:off x="360000" y="360000"/>
            <a:ext cx="9346320" cy="88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Regressão – MLP 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CustomShape 81"/>
          <p:cNvSpPr/>
          <p:nvPr/>
        </p:nvSpPr>
        <p:spPr>
          <a:xfrm>
            <a:off x="360000" y="1980000"/>
            <a:ext cx="9166320" cy="46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CustomShape 82"/>
          <p:cNvSpPr/>
          <p:nvPr/>
        </p:nvSpPr>
        <p:spPr>
          <a:xfrm>
            <a:off x="897120" y="6886080"/>
            <a:ext cx="643356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CustomShape 83"/>
          <p:cNvSpPr/>
          <p:nvPr/>
        </p:nvSpPr>
        <p:spPr>
          <a:xfrm>
            <a:off x="7608600" y="6886080"/>
            <a:ext cx="227160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Regressão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"/>
          <p:cNvSpPr/>
          <p:nvPr/>
        </p:nvSpPr>
        <p:spPr>
          <a:xfrm>
            <a:off x="342360" y="1529280"/>
            <a:ext cx="9372600" cy="53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"/>
          <p:cNvSpPr/>
          <p:nvPr/>
        </p:nvSpPr>
        <p:spPr>
          <a:xfrm>
            <a:off x="159840" y="1475280"/>
            <a:ext cx="9372600" cy="53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Perceptron – Classificação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Perceptron - Regressão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1" name="" descr=""/>
          <p:cNvPicPr/>
          <p:nvPr/>
        </p:nvPicPr>
        <p:blipFill>
          <a:blip r:embed="rId1"/>
          <a:stretch/>
        </p:blipFill>
        <p:spPr>
          <a:xfrm>
            <a:off x="2520000" y="2207160"/>
            <a:ext cx="4317480" cy="1930320"/>
          </a:xfrm>
          <a:prstGeom prst="rect">
            <a:avLst/>
          </a:prstGeom>
          <a:ln w="0">
            <a:noFill/>
          </a:ln>
        </p:spPr>
      </p:pic>
      <p:pic>
        <p:nvPicPr>
          <p:cNvPr id="292" name="" descr=""/>
          <p:cNvPicPr/>
          <p:nvPr/>
        </p:nvPicPr>
        <p:blipFill>
          <a:blip r:embed="rId2"/>
          <a:stretch/>
        </p:blipFill>
        <p:spPr>
          <a:xfrm>
            <a:off x="2551680" y="4696200"/>
            <a:ext cx="4285800" cy="1931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CustomShape 75"/>
          <p:cNvSpPr/>
          <p:nvPr/>
        </p:nvSpPr>
        <p:spPr>
          <a:xfrm>
            <a:off x="360000" y="360000"/>
            <a:ext cx="9346320" cy="88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Regressão – MLP 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CustomShape 76"/>
          <p:cNvSpPr/>
          <p:nvPr/>
        </p:nvSpPr>
        <p:spPr>
          <a:xfrm>
            <a:off x="360000" y="1980000"/>
            <a:ext cx="9166320" cy="46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CustomShape 77"/>
          <p:cNvSpPr/>
          <p:nvPr/>
        </p:nvSpPr>
        <p:spPr>
          <a:xfrm>
            <a:off x="897120" y="6886080"/>
            <a:ext cx="643356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CustomShape 78"/>
          <p:cNvSpPr/>
          <p:nvPr/>
        </p:nvSpPr>
        <p:spPr>
          <a:xfrm>
            <a:off x="7608600" y="6886080"/>
            <a:ext cx="227160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Regressão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"/>
          <p:cNvSpPr/>
          <p:nvPr/>
        </p:nvSpPr>
        <p:spPr>
          <a:xfrm>
            <a:off x="342360" y="1529280"/>
            <a:ext cx="9372600" cy="53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"/>
          <p:cNvSpPr/>
          <p:nvPr/>
        </p:nvSpPr>
        <p:spPr>
          <a:xfrm>
            <a:off x="159840" y="1475280"/>
            <a:ext cx="9372600" cy="53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MLP – Classificação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9" name="" descr=""/>
          <p:cNvPicPr/>
          <p:nvPr/>
        </p:nvPicPr>
        <p:blipFill>
          <a:blip r:embed="rId1"/>
          <a:stretch/>
        </p:blipFill>
        <p:spPr>
          <a:xfrm>
            <a:off x="3056400" y="2592360"/>
            <a:ext cx="4044600" cy="3644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CustomShape 85"/>
          <p:cNvSpPr/>
          <p:nvPr/>
        </p:nvSpPr>
        <p:spPr>
          <a:xfrm>
            <a:off x="360000" y="360000"/>
            <a:ext cx="9346320" cy="88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Lets Code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CustomShape 86"/>
          <p:cNvSpPr/>
          <p:nvPr/>
        </p:nvSpPr>
        <p:spPr>
          <a:xfrm>
            <a:off x="360000" y="1980000"/>
            <a:ext cx="9166320" cy="46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CustomShape 87"/>
          <p:cNvSpPr/>
          <p:nvPr/>
        </p:nvSpPr>
        <p:spPr>
          <a:xfrm>
            <a:off x="897120" y="6886080"/>
            <a:ext cx="643356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CustomShape 88"/>
          <p:cNvSpPr/>
          <p:nvPr/>
        </p:nvSpPr>
        <p:spPr>
          <a:xfrm>
            <a:off x="7608600" y="6886080"/>
            <a:ext cx="227160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Regressão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"/>
          <p:cNvSpPr/>
          <p:nvPr/>
        </p:nvSpPr>
        <p:spPr>
          <a:xfrm>
            <a:off x="342360" y="1529280"/>
            <a:ext cx="9372600" cy="53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"/>
          <p:cNvSpPr/>
          <p:nvPr/>
        </p:nvSpPr>
        <p:spPr>
          <a:xfrm>
            <a:off x="159840" y="1475280"/>
            <a:ext cx="9372600" cy="53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Abordaremos a construção dos modelos de regressão utilizando um dataset para prever preços de casas.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Acompanhe e crie sua implementação em conjunto com o professor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Código base em:  </a:t>
            </a:r>
            <a:r>
              <a:rPr b="0" lang="pt-BR" sz="1600" spc="-1" strike="noStrike" u="sng">
                <a:solidFill>
                  <a:srgbClr val="0000ff"/>
                </a:solidFill>
                <a:uFillTx/>
                <a:latin typeface="Latin Modern Sans"/>
                <a:ea typeface="DejaVu Sans"/>
                <a:hlinkClick r:id="rId1"/>
              </a:rPr>
              <a:t>Tópico 06 - Regressão.ipynb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Aula 01 - Visão Computacional &amp; Processamento de Imagens</Template>
  <TotalTime>1473</TotalTime>
  <Application>LibreOffice/24.2.7.2$Linux_X86_64 LibreOffice_project/420$Build-2</Application>
  <AppVersion>15.0000</AppVersion>
  <Words>702</Words>
  <Paragraphs>202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2022-09-17T02:35:38Z</dcterms:created>
  <dc:creator>Andre Gustavo Hochuli</dc:creator>
  <dc:description/>
  <dc:language>en-US</dc:language>
  <cp:lastModifiedBy/>
  <dcterms:modified xsi:type="dcterms:W3CDTF">2025-11-07T15:44:33Z</dcterms:modified>
  <cp:revision>76</cp:revision>
  <dc:subject/>
  <dc:title>Apresentação do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KSOProductBuildVer">
    <vt:lpwstr>1033-11.1.0.10161</vt:lpwstr>
  </property>
  <property fmtid="{D5CDD505-2E9C-101B-9397-08002B2CF9AE}" pid="5" name="LinksUpToDate">
    <vt:bool>0</vt:bool>
  </property>
  <property fmtid="{D5CDD505-2E9C-101B-9397-08002B2CF9AE}" pid="6" name="MMClips">
    <vt:i4>0</vt:i4>
  </property>
  <property fmtid="{D5CDD505-2E9C-101B-9397-08002B2CF9AE}" pid="7" name="Notes">
    <vt:i4>26</vt:i4>
  </property>
  <property fmtid="{D5CDD505-2E9C-101B-9397-08002B2CF9AE}" pid="8" name="PresentationFormat">
    <vt:lpwstr>Personalizar</vt:lpwstr>
  </property>
  <property fmtid="{D5CDD505-2E9C-101B-9397-08002B2CF9AE}" pid="9" name="ScaleCrop">
    <vt:bool>0</vt:bool>
  </property>
  <property fmtid="{D5CDD505-2E9C-101B-9397-08002B2CF9AE}" pid="10" name="ShareDoc">
    <vt:bool>0</vt:bool>
  </property>
  <property fmtid="{D5CDD505-2E9C-101B-9397-08002B2CF9AE}" pid="11" name="Slides">
    <vt:i4>26</vt:i4>
  </property>
</Properties>
</file>